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256" r:id="rId2"/>
    <p:sldId id="714" r:id="rId3"/>
    <p:sldId id="674" r:id="rId4"/>
    <p:sldId id="715" r:id="rId5"/>
    <p:sldId id="717" r:id="rId6"/>
    <p:sldId id="712" r:id="rId7"/>
    <p:sldId id="676" r:id="rId8"/>
    <p:sldId id="720" r:id="rId9"/>
    <p:sldId id="730" r:id="rId10"/>
    <p:sldId id="732" r:id="rId11"/>
    <p:sldId id="733" r:id="rId12"/>
    <p:sldId id="734" r:id="rId13"/>
    <p:sldId id="735" r:id="rId14"/>
    <p:sldId id="736" r:id="rId15"/>
    <p:sldId id="728" r:id="rId16"/>
    <p:sldId id="725" r:id="rId17"/>
    <p:sldId id="737"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97B0"/>
    <a:srgbClr val="333F5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153A0-8C86-4D96-9B9C-170CF2E20792}" v="7" dt="2026-01-30T15:46:40.614"/>
    <p1510:client id="{27E1D6C3-F97B-4596-9B13-23D33BF3069C}" v="90" dt="2026-01-29T14:34:12.025"/>
    <p1510:client id="{4C79402B-E579-4FD8-86F4-0900FA6B06AA}" v="399" dt="2026-01-29T22:58:32.223"/>
    <p1510:client id="{4C8C67CE-361A-474A-84F7-EF89C617F951}" v="533" dt="2026-01-29T17:21:18.455"/>
    <p1510:client id="{74EC6EFC-A86E-3BD3-81FF-15176E04F141}" v="1" dt="2026-01-29T23:05:39.972"/>
    <p1510:client id="{7D90B4F3-D467-435D-94A1-7DD5120DADCF}" v="14" dt="2026-01-30T15:47:31.723"/>
    <p1510:client id="{847424E8-D45F-AFC5-7A7B-0BD46C4D6680}" v="17" dt="2026-01-30T15:55:17.690"/>
    <p1510:client id="{89006D13-7DC0-F21C-2E79-6A927CD84692}" v="27" dt="2026-01-29T23:20:04.387"/>
    <p1510:client id="{89F9D88B-9A32-4516-A81A-67E4DB57A684}" v="456" dt="2026-01-29T12:13:13.389"/>
    <p1510:client id="{96F7EEE1-E4B8-4835-936B-0B9C7A82D225}" v="1091" dt="2026-01-30T15:13:57.215"/>
    <p1510:client id="{D967B09F-C482-46C8-997C-3FBDF6F8D38E}" v="164" dt="2026-01-29T13:45:21.7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rasanyam717@gmail.com" userId="b68a030977c80ce8" providerId="Windows Live" clId="Web-{96F7EEE1-E4B8-4835-936B-0B9C7A82D225}"/>
    <pc:docChg chg="modSld">
      <pc:chgData name="bhurasanyam717@gmail.com" userId="b68a030977c80ce8" providerId="Windows Live" clId="Web-{96F7EEE1-E4B8-4835-936B-0B9C7A82D225}" dt="2026-01-30T15:13:57.215" v="1112" actId="14100"/>
      <pc:docMkLst>
        <pc:docMk/>
      </pc:docMkLst>
      <pc:sldChg chg="modSp">
        <pc:chgData name="bhurasanyam717@gmail.com" userId="b68a030977c80ce8" providerId="Windows Live" clId="Web-{96F7EEE1-E4B8-4835-936B-0B9C7A82D225}" dt="2026-01-30T15:11:58.586" v="1096" actId="20577"/>
        <pc:sldMkLst>
          <pc:docMk/>
          <pc:sldMk cId="1024334718" sldId="256"/>
        </pc:sldMkLst>
        <pc:spChg chg="mod">
          <ac:chgData name="bhurasanyam717@gmail.com" userId="b68a030977c80ce8" providerId="Windows Live" clId="Web-{96F7EEE1-E4B8-4835-936B-0B9C7A82D225}" dt="2026-01-30T15:11:58.586" v="1096" actId="20577"/>
          <ac:spMkLst>
            <pc:docMk/>
            <pc:sldMk cId="1024334718" sldId="256"/>
            <ac:spMk id="2" creationId="{1A225F15-9B21-01FF-BD6D-D04F30F7A091}"/>
          </ac:spMkLst>
        </pc:spChg>
      </pc:sldChg>
      <pc:sldChg chg="addSp delSp modSp mod modClrScheme delDesignElem chgLayout">
        <pc:chgData name="bhurasanyam717@gmail.com" userId="b68a030977c80ce8" providerId="Windows Live" clId="Web-{96F7EEE1-E4B8-4835-936B-0B9C7A82D225}" dt="2026-01-30T15:00:55.166" v="1023"/>
        <pc:sldMkLst>
          <pc:docMk/>
          <pc:sldMk cId="2272459462" sldId="674"/>
        </pc:sldMkLst>
        <pc:spChg chg="add del mod ord">
          <ac:chgData name="bhurasanyam717@gmail.com" userId="b68a030977c80ce8" providerId="Windows Live" clId="Web-{96F7EEE1-E4B8-4835-936B-0B9C7A82D225}" dt="2026-01-30T12:45:10.453" v="160"/>
          <ac:spMkLst>
            <pc:docMk/>
            <pc:sldMk cId="2272459462" sldId="674"/>
            <ac:spMk id="2" creationId="{18C4D687-46CA-0A14-2154-B08D1D083A8F}"/>
          </ac:spMkLst>
        </pc:spChg>
        <pc:spChg chg="add del mod">
          <ac:chgData name="bhurasanyam717@gmail.com" userId="b68a030977c80ce8" providerId="Windows Live" clId="Web-{96F7EEE1-E4B8-4835-936B-0B9C7A82D225}" dt="2026-01-30T12:46:28.329" v="167"/>
          <ac:spMkLst>
            <pc:docMk/>
            <pc:sldMk cId="2272459462" sldId="674"/>
            <ac:spMk id="3" creationId="{2EEE6B71-724B-D197-A6C4-746A557F0310}"/>
          </ac:spMkLst>
        </pc:spChg>
        <pc:spChg chg="add mod ord">
          <ac:chgData name="bhurasanyam717@gmail.com" userId="b68a030977c80ce8" providerId="Windows Live" clId="Web-{96F7EEE1-E4B8-4835-936B-0B9C7A82D225}" dt="2026-01-30T14:05:32.587" v="601" actId="14100"/>
          <ac:spMkLst>
            <pc:docMk/>
            <pc:sldMk cId="2272459462" sldId="674"/>
            <ac:spMk id="4" creationId="{115430A7-426B-02A5-7F2F-01B1101DC179}"/>
          </ac:spMkLst>
        </pc:spChg>
        <pc:spChg chg="add del mod">
          <ac:chgData name="bhurasanyam717@gmail.com" userId="b68a030977c80ce8" providerId="Windows Live" clId="Web-{96F7EEE1-E4B8-4835-936B-0B9C7A82D225}" dt="2026-01-30T13:05:44.887" v="264"/>
          <ac:spMkLst>
            <pc:docMk/>
            <pc:sldMk cId="2272459462" sldId="674"/>
            <ac:spMk id="6" creationId="{C74A3C8C-842E-445D-47A2-8B0574009B07}"/>
          </ac:spMkLst>
        </pc:spChg>
        <pc:spChg chg="mod ord">
          <ac:chgData name="bhurasanyam717@gmail.com" userId="b68a030977c80ce8" providerId="Windows Live" clId="Web-{96F7EEE1-E4B8-4835-936B-0B9C7A82D225}" dt="2026-01-30T14:01:55.735" v="577" actId="20577"/>
          <ac:spMkLst>
            <pc:docMk/>
            <pc:sldMk cId="2272459462" sldId="674"/>
            <ac:spMk id="7" creationId="{2F447DFE-2641-36DE-6939-8553123AACD9}"/>
          </ac:spMkLst>
        </pc:spChg>
        <pc:spChg chg="add del">
          <ac:chgData name="bhurasanyam717@gmail.com" userId="b68a030977c80ce8" providerId="Windows Live" clId="Web-{96F7EEE1-E4B8-4835-936B-0B9C7A82D225}" dt="2026-01-30T13:06:06.575" v="268"/>
          <ac:spMkLst>
            <pc:docMk/>
            <pc:sldMk cId="2272459462" sldId="674"/>
            <ac:spMk id="8" creationId="{E50781BD-633F-4117-843D-2919E338A5C5}"/>
          </ac:spMkLst>
        </pc:spChg>
        <pc:spChg chg="del mod ord">
          <ac:chgData name="bhurasanyam717@gmail.com" userId="b68a030977c80ce8" providerId="Windows Live" clId="Web-{96F7EEE1-E4B8-4835-936B-0B9C7A82D225}" dt="2026-01-30T12:51:37.251" v="209"/>
          <ac:spMkLst>
            <pc:docMk/>
            <pc:sldMk cId="2272459462" sldId="674"/>
            <ac:spMk id="9" creationId="{B811874E-3C09-7047-0200-8C4490C4B11A}"/>
          </ac:spMkLst>
        </pc:spChg>
        <pc:picChg chg="mod ord">
          <ac:chgData name="bhurasanyam717@gmail.com" userId="b68a030977c80ce8" providerId="Windows Live" clId="Web-{96F7EEE1-E4B8-4835-936B-0B9C7A82D225}" dt="2026-01-30T15:00:55.166" v="1023"/>
          <ac:picMkLst>
            <pc:docMk/>
            <pc:sldMk cId="2272459462" sldId="674"/>
            <ac:picMk id="5" creationId="{D1A0280A-FB8B-DF96-B4CA-829B431390FB}"/>
          </ac:picMkLst>
        </pc:picChg>
        <pc:cxnChg chg="add del">
          <ac:chgData name="bhurasanyam717@gmail.com" userId="b68a030977c80ce8" providerId="Windows Live" clId="Web-{96F7EEE1-E4B8-4835-936B-0B9C7A82D225}" dt="2026-01-30T12:42:51.294" v="153"/>
          <ac:cxnSpMkLst>
            <pc:docMk/>
            <pc:sldMk cId="2272459462" sldId="674"/>
            <ac:cxnSpMk id="11" creationId="{FC23E3B9-5ABF-58B3-E2B0-E9A5DAA90037}"/>
          </ac:cxnSpMkLst>
        </pc:cxnChg>
        <pc:cxnChg chg="add del">
          <ac:chgData name="bhurasanyam717@gmail.com" userId="b68a030977c80ce8" providerId="Windows Live" clId="Web-{96F7EEE1-E4B8-4835-936B-0B9C7A82D225}" dt="2026-01-30T12:46:32.814" v="168"/>
          <ac:cxnSpMkLst>
            <pc:docMk/>
            <pc:sldMk cId="2272459462" sldId="674"/>
            <ac:cxnSpMk id="13" creationId="{FC23E3B9-5ABF-58B3-E2B0-E9A5DAA90037}"/>
          </ac:cxnSpMkLst>
        </pc:cxnChg>
        <pc:cxnChg chg="add del">
          <ac:chgData name="bhurasanyam717@gmail.com" userId="b68a030977c80ce8" providerId="Windows Live" clId="Web-{96F7EEE1-E4B8-4835-936B-0B9C7A82D225}" dt="2026-01-30T12:51:59.143" v="210"/>
          <ac:cxnSpMkLst>
            <pc:docMk/>
            <pc:sldMk cId="2272459462" sldId="674"/>
            <ac:cxnSpMk id="18" creationId="{FC23E3B9-5ABF-58B3-E2B0-E9A5DAA90037}"/>
          </ac:cxnSpMkLst>
        </pc:cxnChg>
        <pc:cxnChg chg="del">
          <ac:chgData name="bhurasanyam717@gmail.com" userId="b68a030977c80ce8" providerId="Windows Live" clId="Web-{96F7EEE1-E4B8-4835-936B-0B9C7A82D225}" dt="2026-01-30T12:12:49.608" v="14"/>
          <ac:cxnSpMkLst>
            <pc:docMk/>
            <pc:sldMk cId="2272459462" sldId="674"/>
            <ac:cxnSpMk id="95" creationId="{1503BFE4-729B-D9D0-C17B-501E6AF1127A}"/>
          </ac:cxnSpMkLst>
        </pc:cxnChg>
        <pc:cxnChg chg="add del">
          <ac:chgData name="bhurasanyam717@gmail.com" userId="b68a030977c80ce8" providerId="Windows Live" clId="Web-{96F7EEE1-E4B8-4835-936B-0B9C7A82D225}" dt="2026-01-30T12:41:55.825" v="148"/>
          <ac:cxnSpMkLst>
            <pc:docMk/>
            <pc:sldMk cId="2272459462" sldId="674"/>
            <ac:cxnSpMk id="100" creationId="{FC23E3B9-5ABF-58B3-E2B0-E9A5DAA90037}"/>
          </ac:cxnSpMkLst>
        </pc:cxnChg>
      </pc:sldChg>
      <pc:sldChg chg="addSp delSp modSp">
        <pc:chgData name="bhurasanyam717@gmail.com" userId="b68a030977c80ce8" providerId="Windows Live" clId="Web-{96F7EEE1-E4B8-4835-936B-0B9C7A82D225}" dt="2026-01-30T14:35:04.625" v="850" actId="14100"/>
        <pc:sldMkLst>
          <pc:docMk/>
          <pc:sldMk cId="2845992452" sldId="676"/>
        </pc:sldMkLst>
        <pc:spChg chg="mod">
          <ac:chgData name="bhurasanyam717@gmail.com" userId="b68a030977c80ce8" providerId="Windows Live" clId="Web-{96F7EEE1-E4B8-4835-936B-0B9C7A82D225}" dt="2026-01-30T14:35:01.343" v="849" actId="14100"/>
          <ac:spMkLst>
            <pc:docMk/>
            <pc:sldMk cId="2845992452" sldId="676"/>
            <ac:spMk id="8" creationId="{5A3D082A-C4F1-42F1-EC1A-A63F775D81A6}"/>
          </ac:spMkLst>
        </pc:spChg>
        <pc:spChg chg="mod">
          <ac:chgData name="bhurasanyam717@gmail.com" userId="b68a030977c80ce8" providerId="Windows Live" clId="Web-{96F7EEE1-E4B8-4835-936B-0B9C7A82D225}" dt="2026-01-30T14:35:04.625" v="850" actId="14100"/>
          <ac:spMkLst>
            <pc:docMk/>
            <pc:sldMk cId="2845992452" sldId="676"/>
            <ac:spMk id="18" creationId="{FF680013-9BBB-A939-E01F-683FD1DB579D}"/>
          </ac:spMkLst>
        </pc:spChg>
        <pc:grpChg chg="del">
          <ac:chgData name="bhurasanyam717@gmail.com" userId="b68a030977c80ce8" providerId="Windows Live" clId="Web-{96F7EEE1-E4B8-4835-936B-0B9C7A82D225}" dt="2026-01-30T14:00:06.837" v="565"/>
          <ac:grpSpMkLst>
            <pc:docMk/>
            <pc:sldMk cId="2845992452" sldId="676"/>
            <ac:grpSpMk id="75" creationId="{BE589684-54CA-64D8-C963-5F19FF75BF72}"/>
          </ac:grpSpMkLst>
        </pc:grpChg>
        <pc:grpChg chg="add">
          <ac:chgData name="bhurasanyam717@gmail.com" userId="b68a030977c80ce8" providerId="Windows Live" clId="Web-{96F7EEE1-E4B8-4835-936B-0B9C7A82D225}" dt="2026-01-30T14:00:06.837" v="565"/>
          <ac:grpSpMkLst>
            <pc:docMk/>
            <pc:sldMk cId="2845992452" sldId="676"/>
            <ac:grpSpMk id="80" creationId="{1FD67D68-9B83-C338-8342-3348D8F22347}"/>
          </ac:grpSpMkLst>
        </pc:grpChg>
        <pc:picChg chg="mod ord">
          <ac:chgData name="bhurasanyam717@gmail.com" userId="b68a030977c80ce8" providerId="Windows Live" clId="Web-{96F7EEE1-E4B8-4835-936B-0B9C7A82D225}" dt="2026-01-30T14:00:06.837" v="565"/>
          <ac:picMkLst>
            <pc:docMk/>
            <pc:sldMk cId="2845992452" sldId="676"/>
            <ac:picMk id="6" creationId="{AD7D35E0-AA22-CC61-0882-8E3FE0C3698A}"/>
          </ac:picMkLst>
        </pc:picChg>
      </pc:sldChg>
      <pc:sldChg chg="addSp delSp modSp">
        <pc:chgData name="bhurasanyam717@gmail.com" userId="b68a030977c80ce8" providerId="Windows Live" clId="Web-{96F7EEE1-E4B8-4835-936B-0B9C7A82D225}" dt="2026-01-30T14:59:38.868" v="1011"/>
        <pc:sldMkLst>
          <pc:docMk/>
          <pc:sldMk cId="1594365271" sldId="712"/>
        </pc:sldMkLst>
        <pc:spChg chg="mod">
          <ac:chgData name="bhurasanyam717@gmail.com" userId="b68a030977c80ce8" providerId="Windows Live" clId="Web-{96F7EEE1-E4B8-4835-936B-0B9C7A82D225}" dt="2026-01-30T14:19:38.482" v="720" actId="14100"/>
          <ac:spMkLst>
            <pc:docMk/>
            <pc:sldMk cId="1594365271" sldId="712"/>
            <ac:spMk id="2" creationId="{FE8CD48C-0D00-7934-A2BB-3246AA97B9B3}"/>
          </ac:spMkLst>
        </pc:spChg>
        <pc:spChg chg="add del">
          <ac:chgData name="bhurasanyam717@gmail.com" userId="b68a030977c80ce8" providerId="Windows Live" clId="Web-{96F7EEE1-E4B8-4835-936B-0B9C7A82D225}" dt="2026-01-30T13:52:29.007" v="512"/>
          <ac:spMkLst>
            <pc:docMk/>
            <pc:sldMk cId="1594365271" sldId="712"/>
            <ac:spMk id="3" creationId="{73DA9D4E-A6FE-C1A9-CA3E-E060398B671E}"/>
          </ac:spMkLst>
        </pc:spChg>
        <pc:spChg chg="mod">
          <ac:chgData name="bhurasanyam717@gmail.com" userId="b68a030977c80ce8" providerId="Windows Live" clId="Web-{96F7EEE1-E4B8-4835-936B-0B9C7A82D225}" dt="2026-01-30T14:19:31.981" v="719" actId="14100"/>
          <ac:spMkLst>
            <pc:docMk/>
            <pc:sldMk cId="1594365271" sldId="712"/>
            <ac:spMk id="5" creationId="{E17DAE9C-16F3-803E-1F94-49B423E3F07A}"/>
          </ac:spMkLst>
        </pc:spChg>
        <pc:picChg chg="mod">
          <ac:chgData name="bhurasanyam717@gmail.com" userId="b68a030977c80ce8" providerId="Windows Live" clId="Web-{96F7EEE1-E4B8-4835-936B-0B9C7A82D225}" dt="2026-01-30T14:59:38.868" v="1011"/>
          <ac:picMkLst>
            <pc:docMk/>
            <pc:sldMk cId="1594365271" sldId="712"/>
            <ac:picMk id="19" creationId="{064C671B-5047-2F2B-56E8-8DEFC6816BA4}"/>
          </ac:picMkLst>
        </pc:picChg>
      </pc:sldChg>
      <pc:sldChg chg="addSp delSp modSp mod modClrScheme delDesignElem chgLayout">
        <pc:chgData name="bhurasanyam717@gmail.com" userId="b68a030977c80ce8" providerId="Windows Live" clId="Web-{96F7EEE1-E4B8-4835-936B-0B9C7A82D225}" dt="2026-01-30T15:01:21.323" v="1025"/>
        <pc:sldMkLst>
          <pc:docMk/>
          <pc:sldMk cId="1953804542" sldId="714"/>
        </pc:sldMkLst>
        <pc:spChg chg="del mod ord">
          <ac:chgData name="bhurasanyam717@gmail.com" userId="b68a030977c80ce8" providerId="Windows Live" clId="Web-{96F7EEE1-E4B8-4835-936B-0B9C7A82D225}" dt="2026-01-30T13:17:47.484" v="303"/>
          <ac:spMkLst>
            <pc:docMk/>
            <pc:sldMk cId="1953804542" sldId="714"/>
            <ac:spMk id="3" creationId="{67B003C9-103A-47E6-D7EB-87D0A8CB5431}"/>
          </ac:spMkLst>
        </pc:spChg>
        <pc:spChg chg="add del">
          <ac:chgData name="bhurasanyam717@gmail.com" userId="b68a030977c80ce8" providerId="Windows Live" clId="Web-{96F7EEE1-E4B8-4835-936B-0B9C7A82D225}" dt="2026-01-30T12:24:00.800" v="48"/>
          <ac:spMkLst>
            <pc:docMk/>
            <pc:sldMk cId="1953804542" sldId="714"/>
            <ac:spMk id="4" creationId="{86651695-0AED-7B65-DF9E-89918CEAB400}"/>
          </ac:spMkLst>
        </pc:spChg>
        <pc:spChg chg="del mod">
          <ac:chgData name="bhurasanyam717@gmail.com" userId="b68a030977c80ce8" providerId="Windows Live" clId="Web-{96F7EEE1-E4B8-4835-936B-0B9C7A82D225}" dt="2026-01-30T12:24:38.519" v="56"/>
          <ac:spMkLst>
            <pc:docMk/>
            <pc:sldMk cId="1953804542" sldId="714"/>
            <ac:spMk id="5" creationId="{0C3C0682-5609-6E45-03D5-60B2F314469C}"/>
          </ac:spMkLst>
        </pc:spChg>
        <pc:spChg chg="add mod ord">
          <ac:chgData name="bhurasanyam717@gmail.com" userId="b68a030977c80ce8" providerId="Windows Live" clId="Web-{96F7EEE1-E4B8-4835-936B-0B9C7A82D225}" dt="2026-01-30T13:47:26.872" v="483" actId="14100"/>
          <ac:spMkLst>
            <pc:docMk/>
            <pc:sldMk cId="1953804542" sldId="714"/>
            <ac:spMk id="7" creationId="{0E498B91-7ED7-020C-8B43-3614E7099590}"/>
          </ac:spMkLst>
        </pc:spChg>
        <pc:spChg chg="add del">
          <ac:chgData name="bhurasanyam717@gmail.com" userId="b68a030977c80ce8" providerId="Windows Live" clId="Web-{96F7EEE1-E4B8-4835-936B-0B9C7A82D225}" dt="2026-01-30T12:31:20.198" v="99"/>
          <ac:spMkLst>
            <pc:docMk/>
            <pc:sldMk cId="1953804542" sldId="714"/>
            <ac:spMk id="8" creationId="{363EEF97-9A0D-B567-4658-9F9C8EC44163}"/>
          </ac:spMkLst>
        </pc:spChg>
        <pc:spChg chg="add del">
          <ac:chgData name="bhurasanyam717@gmail.com" userId="b68a030977c80ce8" providerId="Windows Live" clId="Web-{96F7EEE1-E4B8-4835-936B-0B9C7A82D225}" dt="2026-01-30T12:38:26.912" v="133"/>
          <ac:spMkLst>
            <pc:docMk/>
            <pc:sldMk cId="1953804542" sldId="714"/>
            <ac:spMk id="10" creationId="{F3AB6A74-A45B-342B-9C45-2A4A8B0F2F8F}"/>
          </ac:spMkLst>
        </pc:spChg>
        <pc:spChg chg="add mod">
          <ac:chgData name="bhurasanyam717@gmail.com" userId="b68a030977c80ce8" providerId="Windows Live" clId="Web-{96F7EEE1-E4B8-4835-936B-0B9C7A82D225}" dt="2026-01-30T13:47:38.810" v="485" actId="14100"/>
          <ac:spMkLst>
            <pc:docMk/>
            <pc:sldMk cId="1953804542" sldId="714"/>
            <ac:spMk id="15" creationId="{B442750A-D1AB-327B-7B8F-D629C25616B6}"/>
          </ac:spMkLst>
        </pc:spChg>
        <pc:spChg chg="add del">
          <ac:chgData name="bhurasanyam717@gmail.com" userId="b68a030977c80ce8" providerId="Windows Live" clId="Web-{96F7EEE1-E4B8-4835-936B-0B9C7A82D225}" dt="2026-01-30T12:12:35.170" v="12"/>
          <ac:spMkLst>
            <pc:docMk/>
            <pc:sldMk cId="1953804542" sldId="714"/>
            <ac:spMk id="98" creationId="{7ED7575E-88D2-B771-681D-46A7E55415DD}"/>
          </ac:spMkLst>
        </pc:spChg>
        <pc:grpChg chg="add del">
          <ac:chgData name="bhurasanyam717@gmail.com" userId="b68a030977c80ce8" providerId="Windows Live" clId="Web-{96F7EEE1-E4B8-4835-936B-0B9C7A82D225}" dt="2026-01-30T12:27:17.663" v="79"/>
          <ac:grpSpMkLst>
            <pc:docMk/>
            <pc:sldMk cId="1953804542" sldId="714"/>
            <ac:grpSpMk id="9" creationId="{442598CC-934A-7BCD-C691-B2FE74CEDE6E}"/>
          </ac:grpSpMkLst>
        </pc:grpChg>
        <pc:grpChg chg="add del">
          <ac:chgData name="bhurasanyam717@gmail.com" userId="b68a030977c80ce8" providerId="Windows Live" clId="Web-{96F7EEE1-E4B8-4835-936B-0B9C7A82D225}" dt="2026-01-30T12:27:17.663" v="78"/>
          <ac:grpSpMkLst>
            <pc:docMk/>
            <pc:sldMk cId="1953804542" sldId="714"/>
            <ac:grpSpMk id="19" creationId="{442598CC-934A-7BCD-C691-B2FE74CEDE6E}"/>
          </ac:grpSpMkLst>
        </pc:grpChg>
        <pc:grpChg chg="add del">
          <ac:chgData name="bhurasanyam717@gmail.com" userId="b68a030977c80ce8" providerId="Windows Live" clId="Web-{96F7EEE1-E4B8-4835-936B-0B9C7A82D225}" dt="2026-01-30T12:39:58.103" v="143"/>
          <ac:grpSpMkLst>
            <pc:docMk/>
            <pc:sldMk cId="1953804542" sldId="714"/>
            <ac:grpSpMk id="23" creationId="{434FA563-76F6-CDCF-AEA0-A7B78E44647B}"/>
          </ac:grpSpMkLst>
        </pc:grpChg>
        <pc:grpChg chg="del">
          <ac:chgData name="bhurasanyam717@gmail.com" userId="b68a030977c80ce8" providerId="Windows Live" clId="Web-{96F7EEE1-E4B8-4835-936B-0B9C7A82D225}" dt="2026-01-30T12:10:51.871" v="0"/>
          <ac:grpSpMkLst>
            <pc:docMk/>
            <pc:sldMk cId="1953804542" sldId="714"/>
            <ac:grpSpMk id="79" creationId="{16C73AF9-0D33-5C66-5D79-0D0129904B31}"/>
          </ac:grpSpMkLst>
        </pc:grpChg>
        <pc:picChg chg="mod ord">
          <ac:chgData name="bhurasanyam717@gmail.com" userId="b68a030977c80ce8" providerId="Windows Live" clId="Web-{96F7EEE1-E4B8-4835-936B-0B9C7A82D225}" dt="2026-01-30T15:01:21.323" v="1025"/>
          <ac:picMkLst>
            <pc:docMk/>
            <pc:sldMk cId="1953804542" sldId="714"/>
            <ac:picMk id="2" creationId="{6A076625-10A7-77D4-5480-B0E8BF2B5C52}"/>
          </ac:picMkLst>
        </pc:picChg>
        <pc:cxnChg chg="add">
          <ac:chgData name="bhurasanyam717@gmail.com" userId="b68a030977c80ce8" providerId="Windows Live" clId="Web-{96F7EEE1-E4B8-4835-936B-0B9C7A82D225}" dt="2026-01-30T12:40:08.212" v="144"/>
          <ac:cxnSpMkLst>
            <pc:docMk/>
            <pc:sldMk cId="1953804542" sldId="714"/>
            <ac:cxnSpMk id="11" creationId="{FC23E3B9-5ABF-58B3-E2B0-E9A5DAA90037}"/>
          </ac:cxnSpMkLst>
        </pc:cxnChg>
        <pc:cxnChg chg="add del">
          <ac:chgData name="bhurasanyam717@gmail.com" userId="b68a030977c80ce8" providerId="Windows Live" clId="Web-{96F7EEE1-E4B8-4835-936B-0B9C7A82D225}" dt="2026-01-30T12:12:02.638" v="8"/>
          <ac:cxnSpMkLst>
            <pc:docMk/>
            <pc:sldMk cId="1953804542" sldId="714"/>
            <ac:cxnSpMk id="86" creationId="{FC23E3B9-5ABF-58B3-E2B0-E9A5DAA90037}"/>
          </ac:cxnSpMkLst>
        </pc:cxnChg>
        <pc:cxnChg chg="add del">
          <ac:chgData name="bhurasanyam717@gmail.com" userId="b68a030977c80ce8" providerId="Windows Live" clId="Web-{96F7EEE1-E4B8-4835-936B-0B9C7A82D225}" dt="2026-01-30T12:12:02.638" v="7"/>
          <ac:cxnSpMkLst>
            <pc:docMk/>
            <pc:sldMk cId="1953804542" sldId="714"/>
            <ac:cxnSpMk id="91" creationId="{FC23E3B9-5ABF-58B3-E2B0-E9A5DAA90037}"/>
          </ac:cxnSpMkLst>
        </pc:cxnChg>
        <pc:cxnChg chg="add del">
          <ac:chgData name="bhurasanyam717@gmail.com" userId="b68a030977c80ce8" providerId="Windows Live" clId="Web-{96F7EEE1-E4B8-4835-936B-0B9C7A82D225}" dt="2026-01-30T12:12:35.170" v="13"/>
          <ac:cxnSpMkLst>
            <pc:docMk/>
            <pc:sldMk cId="1953804542" sldId="714"/>
            <ac:cxnSpMk id="93" creationId="{1503BFE4-729B-D9D0-C17B-501E6AF1127A}"/>
          </ac:cxnSpMkLst>
        </pc:cxnChg>
        <pc:cxnChg chg="add del">
          <ac:chgData name="bhurasanyam717@gmail.com" userId="b68a030977c80ce8" providerId="Windows Live" clId="Web-{96F7EEE1-E4B8-4835-936B-0B9C7A82D225}" dt="2026-01-30T12:12:35.170" v="12"/>
          <ac:cxnSpMkLst>
            <pc:docMk/>
            <pc:sldMk cId="1953804542" sldId="714"/>
            <ac:cxnSpMk id="100" creationId="{249EDD1B-F94D-B4E6-ACAA-566B9A26FDE3}"/>
          </ac:cxnSpMkLst>
        </pc:cxnChg>
        <pc:cxnChg chg="add del">
          <ac:chgData name="bhurasanyam717@gmail.com" userId="b68a030977c80ce8" providerId="Windows Live" clId="Web-{96F7EEE1-E4B8-4835-936B-0B9C7A82D225}" dt="2026-01-30T12:24:38.254" v="55"/>
          <ac:cxnSpMkLst>
            <pc:docMk/>
            <pc:sldMk cId="1953804542" sldId="714"/>
            <ac:cxnSpMk id="102" creationId="{FC23E3B9-5ABF-58B3-E2B0-E9A5DAA90037}"/>
          </ac:cxnSpMkLst>
        </pc:cxnChg>
      </pc:sldChg>
      <pc:sldChg chg="addSp delSp modSp">
        <pc:chgData name="bhurasanyam717@gmail.com" userId="b68a030977c80ce8" providerId="Windows Live" clId="Web-{96F7EEE1-E4B8-4835-936B-0B9C7A82D225}" dt="2026-01-30T14:08:48.295" v="629" actId="20577"/>
        <pc:sldMkLst>
          <pc:docMk/>
          <pc:sldMk cId="2332226826" sldId="715"/>
        </pc:sldMkLst>
        <pc:spChg chg="add del mod">
          <ac:chgData name="bhurasanyam717@gmail.com" userId="b68a030977c80ce8" providerId="Windows Live" clId="Web-{96F7EEE1-E4B8-4835-936B-0B9C7A82D225}" dt="2026-01-30T13:25:27.969" v="363"/>
          <ac:spMkLst>
            <pc:docMk/>
            <pc:sldMk cId="2332226826" sldId="715"/>
            <ac:spMk id="2" creationId="{1FDC8843-A257-7F9B-3F40-6F5F1CD4CF4A}"/>
          </ac:spMkLst>
        </pc:spChg>
        <pc:spChg chg="del mod">
          <ac:chgData name="bhurasanyam717@gmail.com" userId="b68a030977c80ce8" providerId="Windows Live" clId="Web-{96F7EEE1-E4B8-4835-936B-0B9C7A82D225}" dt="2026-01-30T13:48:29.061" v="489"/>
          <ac:spMkLst>
            <pc:docMk/>
            <pc:sldMk cId="2332226826" sldId="715"/>
            <ac:spMk id="3" creationId="{F6B8DEF2-B7D9-0381-7737-61E0E0792CEB}"/>
          </ac:spMkLst>
        </pc:spChg>
        <pc:spChg chg="mod">
          <ac:chgData name="bhurasanyam717@gmail.com" userId="b68a030977c80ce8" providerId="Windows Live" clId="Web-{96F7EEE1-E4B8-4835-936B-0B9C7A82D225}" dt="2026-01-30T14:05:51.369" v="602" actId="20577"/>
          <ac:spMkLst>
            <pc:docMk/>
            <pc:sldMk cId="2332226826" sldId="715"/>
            <ac:spMk id="6" creationId="{6DE7A44D-5EE7-387D-9F21-476355535C30}"/>
          </ac:spMkLst>
        </pc:spChg>
        <pc:spChg chg="add mod">
          <ac:chgData name="bhurasanyam717@gmail.com" userId="b68a030977c80ce8" providerId="Windows Live" clId="Web-{96F7EEE1-E4B8-4835-936B-0B9C7A82D225}" dt="2026-01-30T14:08:48.295" v="629" actId="20577"/>
          <ac:spMkLst>
            <pc:docMk/>
            <pc:sldMk cId="2332226826" sldId="715"/>
            <ac:spMk id="7" creationId="{559FD110-6191-060A-EBE6-B4F21F3CCECC}"/>
          </ac:spMkLst>
        </pc:spChg>
      </pc:sldChg>
      <pc:sldChg chg="addSp delSp modSp mod modClrScheme delDesignElem chgLayout">
        <pc:chgData name="bhurasanyam717@gmail.com" userId="b68a030977c80ce8" providerId="Windows Live" clId="Web-{96F7EEE1-E4B8-4835-936B-0B9C7A82D225}" dt="2026-01-30T15:00:29.478" v="1019"/>
        <pc:sldMkLst>
          <pc:docMk/>
          <pc:sldMk cId="2048740809" sldId="717"/>
        </pc:sldMkLst>
        <pc:spChg chg="mod ord">
          <ac:chgData name="bhurasanyam717@gmail.com" userId="b68a030977c80ce8" providerId="Windows Live" clId="Web-{96F7EEE1-E4B8-4835-936B-0B9C7A82D225}" dt="2026-01-30T14:05:21.399" v="600" actId="20577"/>
          <ac:spMkLst>
            <pc:docMk/>
            <pc:sldMk cId="2048740809" sldId="717"/>
            <ac:spMk id="2" creationId="{76D25186-E9F1-EB7E-5FD9-18590AEC8E31}"/>
          </ac:spMkLst>
        </pc:spChg>
        <pc:spChg chg="mod ord">
          <ac:chgData name="bhurasanyam717@gmail.com" userId="b68a030977c80ce8" providerId="Windows Live" clId="Web-{96F7EEE1-E4B8-4835-936B-0B9C7A82D225}" dt="2026-01-30T13:57:51.903" v="554" actId="20577"/>
          <ac:spMkLst>
            <pc:docMk/>
            <pc:sldMk cId="2048740809" sldId="717"/>
            <ac:spMk id="3" creationId="{6F5B1CA3-A7C9-23EC-C46C-51BE35722F54}"/>
          </ac:spMkLst>
        </pc:spChg>
        <pc:spChg chg="add del mod ord">
          <ac:chgData name="bhurasanyam717@gmail.com" userId="b68a030977c80ce8" providerId="Windows Live" clId="Web-{96F7EEE1-E4B8-4835-936B-0B9C7A82D225}" dt="2026-01-30T13:39:41.672" v="450"/>
          <ac:spMkLst>
            <pc:docMk/>
            <pc:sldMk cId="2048740809" sldId="717"/>
            <ac:spMk id="5" creationId="{FDA33622-D1D9-B5EC-7D49-31F13CFC373B}"/>
          </ac:spMkLst>
        </pc:spChg>
        <pc:spChg chg="add del mod">
          <ac:chgData name="bhurasanyam717@gmail.com" userId="b68a030977c80ce8" providerId="Windows Live" clId="Web-{96F7EEE1-E4B8-4835-936B-0B9C7A82D225}" dt="2026-01-30T13:40:52.205" v="460"/>
          <ac:spMkLst>
            <pc:docMk/>
            <pc:sldMk cId="2048740809" sldId="717"/>
            <ac:spMk id="6" creationId="{1E4D91A4-7F5C-C7FC-5CB7-8B10FF0B3C6F}"/>
          </ac:spMkLst>
        </pc:spChg>
        <pc:grpChg chg="del">
          <ac:chgData name="bhurasanyam717@gmail.com" userId="b68a030977c80ce8" providerId="Windows Live" clId="Web-{96F7EEE1-E4B8-4835-936B-0B9C7A82D225}" dt="2026-01-30T13:38:30.108" v="447"/>
          <ac:grpSpMkLst>
            <pc:docMk/>
            <pc:sldMk cId="2048740809" sldId="717"/>
            <ac:grpSpMk id="78" creationId="{6258F736-B256-8039-9DC6-F4E49A5C5AD5}"/>
          </ac:grpSpMkLst>
        </pc:grpChg>
        <pc:picChg chg="mod">
          <ac:chgData name="bhurasanyam717@gmail.com" userId="b68a030977c80ce8" providerId="Windows Live" clId="Web-{96F7EEE1-E4B8-4835-936B-0B9C7A82D225}" dt="2026-01-30T15:00:29.478" v="1019"/>
          <ac:picMkLst>
            <pc:docMk/>
            <pc:sldMk cId="2048740809" sldId="717"/>
            <ac:picMk id="4" creationId="{AC07FD76-E4FE-E285-0964-77395F81E879}"/>
          </ac:picMkLst>
        </pc:picChg>
        <pc:cxnChg chg="add del">
          <ac:chgData name="bhurasanyam717@gmail.com" userId="b68a030977c80ce8" providerId="Windows Live" clId="Web-{96F7EEE1-E4B8-4835-936B-0B9C7A82D225}" dt="2026-01-30T13:39:58.594" v="452"/>
          <ac:cxnSpMkLst>
            <pc:docMk/>
            <pc:sldMk cId="2048740809" sldId="717"/>
            <ac:cxnSpMk id="20" creationId="{FC23E3B9-5ABF-58B3-E2B0-E9A5DAA90037}"/>
          </ac:cxnSpMkLst>
        </pc:cxnChg>
        <pc:cxnChg chg="add">
          <ac:chgData name="bhurasanyam717@gmail.com" userId="b68a030977c80ce8" providerId="Windows Live" clId="Web-{96F7EEE1-E4B8-4835-936B-0B9C7A82D225}" dt="2026-01-30T13:39:58.594" v="453"/>
          <ac:cxnSpMkLst>
            <pc:docMk/>
            <pc:sldMk cId="2048740809" sldId="717"/>
            <ac:cxnSpMk id="22" creationId="{37C77032-C865-6057-7D7A-E2743CFA20F9}"/>
          </ac:cxnSpMkLst>
        </pc:cxnChg>
      </pc:sldChg>
      <pc:sldChg chg="addSp delSp modSp">
        <pc:chgData name="bhurasanyam717@gmail.com" userId="b68a030977c80ce8" providerId="Windows Live" clId="Web-{96F7EEE1-E4B8-4835-936B-0B9C7A82D225}" dt="2026-01-30T15:03:34.809" v="1040"/>
        <pc:sldMkLst>
          <pc:docMk/>
          <pc:sldMk cId="3768834809" sldId="720"/>
        </pc:sldMkLst>
        <pc:spChg chg="mod">
          <ac:chgData name="bhurasanyam717@gmail.com" userId="b68a030977c80ce8" providerId="Windows Live" clId="Web-{96F7EEE1-E4B8-4835-936B-0B9C7A82D225}" dt="2026-01-30T14:11:05.347" v="644" actId="14100"/>
          <ac:spMkLst>
            <pc:docMk/>
            <pc:sldMk cId="3768834809" sldId="720"/>
            <ac:spMk id="2" creationId="{96455F81-BF72-CDB7-294D-9C41660A8395}"/>
          </ac:spMkLst>
        </pc:spChg>
        <pc:spChg chg="mod">
          <ac:chgData name="bhurasanyam717@gmail.com" userId="b68a030977c80ce8" providerId="Windows Live" clId="Web-{96F7EEE1-E4B8-4835-936B-0B9C7A82D225}" dt="2026-01-30T14:16:45.346" v="697" actId="20577"/>
          <ac:spMkLst>
            <pc:docMk/>
            <pc:sldMk cId="3768834809" sldId="720"/>
            <ac:spMk id="4" creationId="{AB5C9834-EC65-CA9A-5462-B7994D9B1136}"/>
          </ac:spMkLst>
        </pc:spChg>
        <pc:grpChg chg="del">
          <ac:chgData name="bhurasanyam717@gmail.com" userId="b68a030977c80ce8" providerId="Windows Live" clId="Web-{96F7EEE1-E4B8-4835-936B-0B9C7A82D225}" dt="2026-01-30T14:02:16.751" v="578"/>
          <ac:grpSpMkLst>
            <pc:docMk/>
            <pc:sldMk cId="3768834809" sldId="720"/>
            <ac:grpSpMk id="49" creationId="{31C49F18-8757-4E87-5C2E-9D6D7B82BA3B}"/>
          </ac:grpSpMkLst>
        </pc:grpChg>
        <pc:grpChg chg="add">
          <ac:chgData name="bhurasanyam717@gmail.com" userId="b68a030977c80ce8" providerId="Windows Live" clId="Web-{96F7EEE1-E4B8-4835-936B-0B9C7A82D225}" dt="2026-01-30T14:02:16.751" v="578"/>
          <ac:grpSpMkLst>
            <pc:docMk/>
            <pc:sldMk cId="3768834809" sldId="720"/>
            <ac:grpSpMk id="56" creationId="{3AFCAD34-1AFC-BC1A-F6B2-C34C63912EAB}"/>
          </ac:grpSpMkLst>
        </pc:grpChg>
        <pc:picChg chg="mod ord">
          <ac:chgData name="bhurasanyam717@gmail.com" userId="b68a030977c80ce8" providerId="Windows Live" clId="Web-{96F7EEE1-E4B8-4835-936B-0B9C7A82D225}" dt="2026-01-30T15:03:34.809" v="1040"/>
          <ac:picMkLst>
            <pc:docMk/>
            <pc:sldMk cId="3768834809" sldId="720"/>
            <ac:picMk id="3" creationId="{C7D554B7-E89A-BE61-C3C5-6BA25B4056DC}"/>
          </ac:picMkLst>
        </pc:picChg>
      </pc:sldChg>
      <pc:sldChg chg="addSp delSp modSp">
        <pc:chgData name="bhurasanyam717@gmail.com" userId="b68a030977c80ce8" providerId="Windows Live" clId="Web-{96F7EEE1-E4B8-4835-936B-0B9C7A82D225}" dt="2026-01-30T15:07:07.631" v="1070" actId="14100"/>
        <pc:sldMkLst>
          <pc:docMk/>
          <pc:sldMk cId="3849248163" sldId="725"/>
        </pc:sldMkLst>
        <pc:spChg chg="mod">
          <ac:chgData name="bhurasanyam717@gmail.com" userId="b68a030977c80ce8" providerId="Windows Live" clId="Web-{96F7EEE1-E4B8-4835-936B-0B9C7A82D225}" dt="2026-01-30T14:55:48.018" v="997" actId="14100"/>
          <ac:spMkLst>
            <pc:docMk/>
            <pc:sldMk cId="3849248163" sldId="725"/>
            <ac:spMk id="2" creationId="{0C8A6C10-1FA1-DE47-0215-5F4933AE70AD}"/>
          </ac:spMkLst>
        </pc:spChg>
        <pc:spChg chg="mod">
          <ac:chgData name="bhurasanyam717@gmail.com" userId="b68a030977c80ce8" providerId="Windows Live" clId="Web-{96F7EEE1-E4B8-4835-936B-0B9C7A82D225}" dt="2026-01-30T14:57:38.208" v="1006" actId="20577"/>
          <ac:spMkLst>
            <pc:docMk/>
            <pc:sldMk cId="3849248163" sldId="725"/>
            <ac:spMk id="3" creationId="{5F1F338D-0322-5074-5DAC-E4859F61160F}"/>
          </ac:spMkLst>
        </pc:spChg>
        <pc:spChg chg="add del">
          <ac:chgData name="bhurasanyam717@gmail.com" userId="b68a030977c80ce8" providerId="Windows Live" clId="Web-{96F7EEE1-E4B8-4835-936B-0B9C7A82D225}" dt="2026-01-30T14:55:43.314" v="996"/>
          <ac:spMkLst>
            <pc:docMk/>
            <pc:sldMk cId="3849248163" sldId="725"/>
            <ac:spMk id="4" creationId="{C2BC3E33-DDA8-7C83-F9A1-EC4D12DE1AA1}"/>
          </ac:spMkLst>
        </pc:spChg>
        <pc:picChg chg="mod">
          <ac:chgData name="bhurasanyam717@gmail.com" userId="b68a030977c80ce8" providerId="Windows Live" clId="Web-{96F7EEE1-E4B8-4835-936B-0B9C7A82D225}" dt="2026-01-30T15:07:07.631" v="1070" actId="14100"/>
          <ac:picMkLst>
            <pc:docMk/>
            <pc:sldMk cId="3849248163" sldId="725"/>
            <ac:picMk id="8196" creationId="{52DA1779-6AAB-1B81-7070-C14A40145219}"/>
          </ac:picMkLst>
        </pc:picChg>
      </pc:sldChg>
      <pc:sldChg chg="addSp delSp modSp">
        <pc:chgData name="bhurasanyam717@gmail.com" userId="b68a030977c80ce8" providerId="Windows Live" clId="Web-{96F7EEE1-E4B8-4835-936B-0B9C7A82D225}" dt="2026-01-30T15:06:34.174" v="1067" actId="14100"/>
        <pc:sldMkLst>
          <pc:docMk/>
          <pc:sldMk cId="2454298422" sldId="728"/>
        </pc:sldMkLst>
        <pc:spChg chg="mod">
          <ac:chgData name="bhurasanyam717@gmail.com" userId="b68a030977c80ce8" providerId="Windows Live" clId="Web-{96F7EEE1-E4B8-4835-936B-0B9C7A82D225}" dt="2026-01-30T14:53:57.841" v="984" actId="14100"/>
          <ac:spMkLst>
            <pc:docMk/>
            <pc:sldMk cId="2454298422" sldId="728"/>
            <ac:spMk id="2" creationId="{C41BA84B-CB05-9900-D6A8-A3E997604720}"/>
          </ac:spMkLst>
        </pc:spChg>
        <pc:spChg chg="add del">
          <ac:chgData name="bhurasanyam717@gmail.com" userId="b68a030977c80ce8" providerId="Windows Live" clId="Web-{96F7EEE1-E4B8-4835-936B-0B9C7A82D225}" dt="2026-01-30T14:54:23.155" v="985"/>
          <ac:spMkLst>
            <pc:docMk/>
            <pc:sldMk cId="2454298422" sldId="728"/>
            <ac:spMk id="3" creationId="{93DFB245-2728-4D11-4D95-741C6561FD00}"/>
          </ac:spMkLst>
        </pc:spChg>
        <pc:spChg chg="mod">
          <ac:chgData name="bhurasanyam717@gmail.com" userId="b68a030977c80ce8" providerId="Windows Live" clId="Web-{96F7EEE1-E4B8-4835-936B-0B9C7A82D225}" dt="2026-01-30T14:53:53.732" v="983" actId="14100"/>
          <ac:spMkLst>
            <pc:docMk/>
            <pc:sldMk cId="2454298422" sldId="728"/>
            <ac:spMk id="5" creationId="{8CC23F31-9454-5D0A-A0D4-784FD3FC9D34}"/>
          </ac:spMkLst>
        </pc:spChg>
        <pc:grpChg chg="add del">
          <ac:chgData name="bhurasanyam717@gmail.com" userId="b68a030977c80ce8" providerId="Windows Live" clId="Web-{96F7EEE1-E4B8-4835-936B-0B9C7A82D225}" dt="2026-01-30T14:48:12.975" v="917"/>
          <ac:grpSpMkLst>
            <pc:docMk/>
            <pc:sldMk cId="2454298422" sldId="728"/>
            <ac:grpSpMk id="36" creationId="{31C49F18-8757-4E87-5C2E-9D6D7B82BA3B}"/>
          </ac:grpSpMkLst>
        </pc:grpChg>
        <pc:grpChg chg="add">
          <ac:chgData name="bhurasanyam717@gmail.com" userId="b68a030977c80ce8" providerId="Windows Live" clId="Web-{96F7EEE1-E4B8-4835-936B-0B9C7A82D225}" dt="2026-01-30T14:48:12.975" v="917"/>
          <ac:grpSpMkLst>
            <pc:docMk/>
            <pc:sldMk cId="2454298422" sldId="728"/>
            <ac:grpSpMk id="49" creationId="{6258F736-B256-8039-9DC6-F4E49A5C5AD5}"/>
          </ac:grpSpMkLst>
        </pc:grpChg>
        <pc:picChg chg="mod ord">
          <ac:chgData name="bhurasanyam717@gmail.com" userId="b68a030977c80ce8" providerId="Windows Live" clId="Web-{96F7EEE1-E4B8-4835-936B-0B9C7A82D225}" dt="2026-01-30T15:06:34.174" v="1067" actId="14100"/>
          <ac:picMkLst>
            <pc:docMk/>
            <pc:sldMk cId="2454298422" sldId="728"/>
            <ac:picMk id="6" creationId="{55FE7A98-0258-8610-AEB2-98B923ABB642}"/>
          </ac:picMkLst>
        </pc:picChg>
      </pc:sldChg>
      <pc:sldChg chg="addSp delSp modSp">
        <pc:chgData name="bhurasanyam717@gmail.com" userId="b68a030977c80ce8" providerId="Windows Live" clId="Web-{96F7EEE1-E4B8-4835-936B-0B9C7A82D225}" dt="2026-01-30T15:13:57.215" v="1112" actId="14100"/>
        <pc:sldMkLst>
          <pc:docMk/>
          <pc:sldMk cId="1776323650" sldId="730"/>
        </pc:sldMkLst>
        <pc:spChg chg="del mod">
          <ac:chgData name="bhurasanyam717@gmail.com" userId="b68a030977c80ce8" providerId="Windows Live" clId="Web-{96F7EEE1-E4B8-4835-936B-0B9C7A82D225}" dt="2026-01-30T14:14:37.928" v="677"/>
          <ac:spMkLst>
            <pc:docMk/>
            <pc:sldMk cId="1776323650" sldId="730"/>
            <ac:spMk id="2" creationId="{F7020FE9-ED1B-E39E-2335-FDFCF15062F3}"/>
          </ac:spMkLst>
        </pc:spChg>
        <pc:spChg chg="mod">
          <ac:chgData name="bhurasanyam717@gmail.com" userId="b68a030977c80ce8" providerId="Windows Live" clId="Web-{96F7EEE1-E4B8-4835-936B-0B9C7A82D225}" dt="2026-01-30T15:13:57.215" v="1112" actId="14100"/>
          <ac:spMkLst>
            <pc:docMk/>
            <pc:sldMk cId="1776323650" sldId="730"/>
            <ac:spMk id="3" creationId="{E56CFC8A-674A-606C-99C9-F56483D8EB61}"/>
          </ac:spMkLst>
        </pc:spChg>
        <pc:spChg chg="mod">
          <ac:chgData name="bhurasanyam717@gmail.com" userId="b68a030977c80ce8" providerId="Windows Live" clId="Web-{96F7EEE1-E4B8-4835-936B-0B9C7A82D225}" dt="2026-01-30T15:13:43.106" v="1110" actId="14100"/>
          <ac:spMkLst>
            <pc:docMk/>
            <pc:sldMk cId="1776323650" sldId="730"/>
            <ac:spMk id="4" creationId="{BF6D1EEE-A372-CDD5-4365-D3C2B7E0CEC3}"/>
          </ac:spMkLst>
        </pc:spChg>
        <pc:spChg chg="add del mod">
          <ac:chgData name="bhurasanyam717@gmail.com" userId="b68a030977c80ce8" providerId="Windows Live" clId="Web-{96F7EEE1-E4B8-4835-936B-0B9C7A82D225}" dt="2026-01-30T14:14:48.850" v="680"/>
          <ac:spMkLst>
            <pc:docMk/>
            <pc:sldMk cId="1776323650" sldId="730"/>
            <ac:spMk id="7" creationId="{0D00D8BF-E8BF-E192-E8E3-B7CA06391DAF}"/>
          </ac:spMkLst>
        </pc:spChg>
        <pc:picChg chg="mod">
          <ac:chgData name="bhurasanyam717@gmail.com" userId="b68a030977c80ce8" providerId="Windows Live" clId="Web-{96F7EEE1-E4B8-4835-936B-0B9C7A82D225}" dt="2026-01-30T15:13:48.137" v="1111" actId="14100"/>
          <ac:picMkLst>
            <pc:docMk/>
            <pc:sldMk cId="1776323650" sldId="730"/>
            <ac:picMk id="5" creationId="{1B55856E-9FF1-3A67-2103-8D4E1B3CCF95}"/>
          </ac:picMkLst>
        </pc:picChg>
      </pc:sldChg>
      <pc:sldChg chg="addSp delSp modSp">
        <pc:chgData name="bhurasanyam717@gmail.com" userId="b68a030977c80ce8" providerId="Windows Live" clId="Web-{96F7EEE1-E4B8-4835-936B-0B9C7A82D225}" dt="2026-01-30T15:02:42.402" v="1036" actId="14100"/>
        <pc:sldMkLst>
          <pc:docMk/>
          <pc:sldMk cId="2073390867" sldId="732"/>
        </pc:sldMkLst>
        <pc:spChg chg="add del">
          <ac:chgData name="bhurasanyam717@gmail.com" userId="b68a030977c80ce8" providerId="Windows Live" clId="Web-{96F7EEE1-E4B8-4835-936B-0B9C7A82D225}" dt="2026-01-30T14:20:48.922" v="727"/>
          <ac:spMkLst>
            <pc:docMk/>
            <pc:sldMk cId="2073390867" sldId="732"/>
            <ac:spMk id="3" creationId="{6FC13EC5-85A3-31F7-75A7-B54A941D7583}"/>
          </ac:spMkLst>
        </pc:spChg>
        <pc:spChg chg="add mod">
          <ac:chgData name="bhurasanyam717@gmail.com" userId="b68a030977c80ce8" providerId="Windows Live" clId="Web-{96F7EEE1-E4B8-4835-936B-0B9C7A82D225}" dt="2026-01-30T14:26:30.901" v="782" actId="20577"/>
          <ac:spMkLst>
            <pc:docMk/>
            <pc:sldMk cId="2073390867" sldId="732"/>
            <ac:spMk id="4" creationId="{ACA30B03-0213-606E-2C95-D89478C9A3CD}"/>
          </ac:spMkLst>
        </pc:spChg>
        <pc:spChg chg="mod">
          <ac:chgData name="bhurasanyam717@gmail.com" userId="b68a030977c80ce8" providerId="Windows Live" clId="Web-{96F7EEE1-E4B8-4835-936B-0B9C7A82D225}" dt="2026-01-30T14:21:28.549" v="735" actId="20577"/>
          <ac:spMkLst>
            <pc:docMk/>
            <pc:sldMk cId="2073390867" sldId="732"/>
            <ac:spMk id="5" creationId="{640CD33B-3AC0-A5AE-C044-25F72D492BF5}"/>
          </ac:spMkLst>
        </pc:spChg>
        <pc:spChg chg="del mod">
          <ac:chgData name="bhurasanyam717@gmail.com" userId="b68a030977c80ce8" providerId="Windows Live" clId="Web-{96F7EEE1-E4B8-4835-936B-0B9C7A82D225}" dt="2026-01-30T14:23:16.037" v="756"/>
          <ac:spMkLst>
            <pc:docMk/>
            <pc:sldMk cId="2073390867" sldId="732"/>
            <ac:spMk id="6" creationId="{9950CA8F-A3F7-CC98-DB01-6134178481A1}"/>
          </ac:spMkLst>
        </pc:spChg>
        <pc:picChg chg="mod">
          <ac:chgData name="bhurasanyam717@gmail.com" userId="b68a030977c80ce8" providerId="Windows Live" clId="Web-{96F7EEE1-E4B8-4835-936B-0B9C7A82D225}" dt="2026-01-30T15:02:42.402" v="1036" actId="14100"/>
          <ac:picMkLst>
            <pc:docMk/>
            <pc:sldMk cId="2073390867" sldId="732"/>
            <ac:picMk id="2" creationId="{B33216A8-9933-8279-4F37-62E1F115C228}"/>
          </ac:picMkLst>
        </pc:picChg>
      </pc:sldChg>
      <pc:sldChg chg="addSp delSp modSp">
        <pc:chgData name="bhurasanyam717@gmail.com" userId="b68a030977c80ce8" providerId="Windows Live" clId="Web-{96F7EEE1-E4B8-4835-936B-0B9C7A82D225}" dt="2026-01-30T15:02:12.652" v="1031" actId="14100"/>
        <pc:sldMkLst>
          <pc:docMk/>
          <pc:sldMk cId="1318820074" sldId="733"/>
        </pc:sldMkLst>
        <pc:spChg chg="add del">
          <ac:chgData name="bhurasanyam717@gmail.com" userId="b68a030977c80ce8" providerId="Windows Live" clId="Web-{96F7EEE1-E4B8-4835-936B-0B9C7A82D225}" dt="2026-01-30T14:28:43.168" v="795"/>
          <ac:spMkLst>
            <pc:docMk/>
            <pc:sldMk cId="1318820074" sldId="733"/>
            <ac:spMk id="2" creationId="{8CC282C5-13B4-BD79-0D24-166EE411E370}"/>
          </ac:spMkLst>
        </pc:spChg>
        <pc:spChg chg="mod">
          <ac:chgData name="bhurasanyam717@gmail.com" userId="b68a030977c80ce8" providerId="Windows Live" clId="Web-{96F7EEE1-E4B8-4835-936B-0B9C7A82D225}" dt="2026-01-30T14:29:12.700" v="800" actId="20577"/>
          <ac:spMkLst>
            <pc:docMk/>
            <pc:sldMk cId="1318820074" sldId="733"/>
            <ac:spMk id="5" creationId="{670616E2-0F74-4D03-87BD-38692B71BAD1}"/>
          </ac:spMkLst>
        </pc:spChg>
        <pc:spChg chg="mod">
          <ac:chgData name="bhurasanyam717@gmail.com" userId="b68a030977c80ce8" providerId="Windows Live" clId="Web-{96F7EEE1-E4B8-4835-936B-0B9C7A82D225}" dt="2026-01-30T14:31:36.655" v="817" actId="20577"/>
          <ac:spMkLst>
            <pc:docMk/>
            <pc:sldMk cId="1318820074" sldId="733"/>
            <ac:spMk id="6" creationId="{C537CA43-8D92-D67D-78BC-35911D4199DD}"/>
          </ac:spMkLst>
        </pc:spChg>
        <pc:picChg chg="mod">
          <ac:chgData name="bhurasanyam717@gmail.com" userId="b68a030977c80ce8" providerId="Windows Live" clId="Web-{96F7EEE1-E4B8-4835-936B-0B9C7A82D225}" dt="2026-01-30T15:02:12.652" v="1031" actId="14100"/>
          <ac:picMkLst>
            <pc:docMk/>
            <pc:sldMk cId="1318820074" sldId="733"/>
            <ac:picMk id="3" creationId="{51638292-D9B4-08B0-39CD-7DA96DE72642}"/>
          </ac:picMkLst>
        </pc:picChg>
      </pc:sldChg>
      <pc:sldChg chg="modSp">
        <pc:chgData name="bhurasanyam717@gmail.com" userId="b68a030977c80ce8" providerId="Windows Live" clId="Web-{96F7EEE1-E4B8-4835-936B-0B9C7A82D225}" dt="2026-01-30T15:12:51.573" v="1104" actId="14100"/>
        <pc:sldMkLst>
          <pc:docMk/>
          <pc:sldMk cId="707365006" sldId="734"/>
        </pc:sldMkLst>
        <pc:spChg chg="mod">
          <ac:chgData name="bhurasanyam717@gmail.com" userId="b68a030977c80ce8" providerId="Windows Live" clId="Web-{96F7EEE1-E4B8-4835-936B-0B9C7A82D225}" dt="2026-01-30T15:12:34.994" v="1101" actId="14100"/>
          <ac:spMkLst>
            <pc:docMk/>
            <pc:sldMk cId="707365006" sldId="734"/>
            <ac:spMk id="5" creationId="{D165E344-3DCF-F1F3-795C-82381E983298}"/>
          </ac:spMkLst>
        </pc:spChg>
        <pc:spChg chg="mod">
          <ac:chgData name="bhurasanyam717@gmail.com" userId="b68a030977c80ce8" providerId="Windows Live" clId="Web-{96F7EEE1-E4B8-4835-936B-0B9C7A82D225}" dt="2026-01-30T14:33:49.479" v="843" actId="20577"/>
          <ac:spMkLst>
            <pc:docMk/>
            <pc:sldMk cId="707365006" sldId="734"/>
            <ac:spMk id="6" creationId="{322A951C-C0D7-F1BB-68D2-73C37626C667}"/>
          </ac:spMkLst>
        </pc:spChg>
        <pc:picChg chg="mod">
          <ac:chgData name="bhurasanyam717@gmail.com" userId="b68a030977c80ce8" providerId="Windows Live" clId="Web-{96F7EEE1-E4B8-4835-936B-0B9C7A82D225}" dt="2026-01-30T15:12:51.573" v="1104" actId="14100"/>
          <ac:picMkLst>
            <pc:docMk/>
            <pc:sldMk cId="707365006" sldId="734"/>
            <ac:picMk id="2" creationId="{90A60198-03EB-3E0F-2B5F-7C480EE001E1}"/>
          </ac:picMkLst>
        </pc:picChg>
      </pc:sldChg>
      <pc:sldChg chg="delSp modSp mod modClrScheme delDesignElem chgLayout">
        <pc:chgData name="bhurasanyam717@gmail.com" userId="b68a030977c80ce8" providerId="Windows Live" clId="Web-{96F7EEE1-E4B8-4835-936B-0B9C7A82D225}" dt="2026-01-30T14:40:47.732" v="882" actId="14100"/>
        <pc:sldMkLst>
          <pc:docMk/>
          <pc:sldMk cId="3329780228" sldId="735"/>
        </pc:sldMkLst>
        <pc:spChg chg="mod ord">
          <ac:chgData name="bhurasanyam717@gmail.com" userId="b68a030977c80ce8" providerId="Windows Live" clId="Web-{96F7EEE1-E4B8-4835-936B-0B9C7A82D225}" dt="2026-01-30T14:40:47.732" v="882" actId="14100"/>
          <ac:spMkLst>
            <pc:docMk/>
            <pc:sldMk cId="3329780228" sldId="735"/>
            <ac:spMk id="2" creationId="{EC3EE9D0-5285-C6BF-A449-FAA0776AB39E}"/>
          </ac:spMkLst>
        </pc:spChg>
        <pc:spChg chg="mod ord">
          <ac:chgData name="bhurasanyam717@gmail.com" userId="b68a030977c80ce8" providerId="Windows Live" clId="Web-{96F7EEE1-E4B8-4835-936B-0B9C7A82D225}" dt="2026-01-30T14:37:59.821" v="869" actId="20577"/>
          <ac:spMkLst>
            <pc:docMk/>
            <pc:sldMk cId="3329780228" sldId="735"/>
            <ac:spMk id="151" creationId="{DB669B6F-354B-A82E-890D-94F59CC22146}"/>
          </ac:spMkLst>
        </pc:spChg>
        <pc:spChg chg="del">
          <ac:chgData name="bhurasanyam717@gmail.com" userId="b68a030977c80ce8" providerId="Windows Live" clId="Web-{96F7EEE1-E4B8-4835-936B-0B9C7A82D225}" dt="2026-01-30T14:36:51.584" v="855"/>
          <ac:spMkLst>
            <pc:docMk/>
            <pc:sldMk cId="3329780228" sldId="735"/>
            <ac:spMk id="164" creationId="{EEBFA4C8-C301-60A7-C96E-E85360F5DFB4}"/>
          </ac:spMkLst>
        </pc:spChg>
      </pc:sldChg>
      <pc:sldChg chg="addSp delSp modSp">
        <pc:chgData name="bhurasanyam717@gmail.com" userId="b68a030977c80ce8" providerId="Windows Live" clId="Web-{96F7EEE1-E4B8-4835-936B-0B9C7A82D225}" dt="2026-01-30T15:04:30.263" v="1046" actId="14100"/>
        <pc:sldMkLst>
          <pc:docMk/>
          <pc:sldMk cId="2390371714" sldId="736"/>
        </pc:sldMkLst>
        <pc:spChg chg="mod ord">
          <ac:chgData name="bhurasanyam717@gmail.com" userId="b68a030977c80ce8" providerId="Windows Live" clId="Web-{96F7EEE1-E4B8-4835-936B-0B9C7A82D225}" dt="2026-01-30T14:45:34.550" v="908" actId="14100"/>
          <ac:spMkLst>
            <pc:docMk/>
            <pc:sldMk cId="2390371714" sldId="736"/>
            <ac:spMk id="2" creationId="{A9C39F64-F84E-6BD2-0FCC-82CEBD1DE342}"/>
          </ac:spMkLst>
        </pc:spChg>
        <pc:spChg chg="mod">
          <ac:chgData name="bhurasanyam717@gmail.com" userId="b68a030977c80ce8" providerId="Windows Live" clId="Web-{96F7EEE1-E4B8-4835-936B-0B9C7A82D225}" dt="2026-01-30T14:46:50.114" v="914" actId="14100"/>
          <ac:spMkLst>
            <pc:docMk/>
            <pc:sldMk cId="2390371714" sldId="736"/>
            <ac:spMk id="74" creationId="{91A2161C-E0FC-C972-D272-45E1A3BD6020}"/>
          </ac:spMkLst>
        </pc:spChg>
        <pc:spChg chg="add del">
          <ac:chgData name="bhurasanyam717@gmail.com" userId="b68a030977c80ce8" providerId="Windows Live" clId="Web-{96F7EEE1-E4B8-4835-936B-0B9C7A82D225}" dt="2026-01-30T14:42:34.375" v="884"/>
          <ac:spMkLst>
            <pc:docMk/>
            <pc:sldMk cId="2390371714" sldId="736"/>
            <ac:spMk id="87" creationId="{9F7D5CDA-D291-4307-BF55-1381FED29634}"/>
          </ac:spMkLst>
        </pc:spChg>
        <pc:spChg chg="add del">
          <ac:chgData name="bhurasanyam717@gmail.com" userId="b68a030977c80ce8" providerId="Windows Live" clId="Web-{96F7EEE1-E4B8-4835-936B-0B9C7A82D225}" dt="2026-01-30T14:42:34.375" v="884"/>
          <ac:spMkLst>
            <pc:docMk/>
            <pc:sldMk cId="2390371714" sldId="736"/>
            <ac:spMk id="89" creationId="{59B296B9-C5A5-4E4F-9B60-C907B5F1466C}"/>
          </ac:spMkLst>
        </pc:spChg>
        <pc:spChg chg="add del">
          <ac:chgData name="bhurasanyam717@gmail.com" userId="b68a030977c80ce8" providerId="Windows Live" clId="Web-{96F7EEE1-E4B8-4835-936B-0B9C7A82D225}" dt="2026-01-30T14:42:34.375" v="884"/>
          <ac:spMkLst>
            <pc:docMk/>
            <pc:sldMk cId="2390371714" sldId="736"/>
            <ac:spMk id="91" creationId="{D0300FD3-5AF1-6305-15FA-9078072672E2}"/>
          </ac:spMkLst>
        </pc:spChg>
        <pc:grpChg chg="add del">
          <ac:chgData name="bhurasanyam717@gmail.com" userId="b68a030977c80ce8" providerId="Windows Live" clId="Web-{96F7EEE1-E4B8-4835-936B-0B9C7A82D225}" dt="2026-01-30T14:42:34.391" v="885"/>
          <ac:grpSpMkLst>
            <pc:docMk/>
            <pc:sldMk cId="2390371714" sldId="736"/>
            <ac:grpSpMk id="80" creationId="{5EFBDE31-BB3E-6CFC-23CD-B5976DA38438}"/>
          </ac:grpSpMkLst>
        </pc:grpChg>
        <pc:grpChg chg="add">
          <ac:chgData name="bhurasanyam717@gmail.com" userId="b68a030977c80ce8" providerId="Windows Live" clId="Web-{96F7EEE1-E4B8-4835-936B-0B9C7A82D225}" dt="2026-01-30T14:42:34.391" v="885"/>
          <ac:grpSpMkLst>
            <pc:docMk/>
            <pc:sldMk cId="2390371714" sldId="736"/>
            <ac:grpSpMk id="93" creationId="{3AFCAD34-1AFC-BC1A-F6B2-C34C63912EAB}"/>
          </ac:grpSpMkLst>
        </pc:grpChg>
        <pc:picChg chg="mod ord">
          <ac:chgData name="bhurasanyam717@gmail.com" userId="b68a030977c80ce8" providerId="Windows Live" clId="Web-{96F7EEE1-E4B8-4835-936B-0B9C7A82D225}" dt="2026-01-30T15:04:30.263" v="1046" actId="14100"/>
          <ac:picMkLst>
            <pc:docMk/>
            <pc:sldMk cId="2390371714" sldId="736"/>
            <ac:picMk id="76" creationId="{4882670F-CE63-6EF4-444B-E104714080B6}"/>
          </ac:picMkLst>
        </pc:picChg>
      </pc:sldChg>
      <pc:sldChg chg="modSp">
        <pc:chgData name="bhurasanyam717@gmail.com" userId="b68a030977c80ce8" providerId="Windows Live" clId="Web-{96F7EEE1-E4B8-4835-936B-0B9C7A82D225}" dt="2026-01-30T15:09:03.984" v="1079" actId="20577"/>
        <pc:sldMkLst>
          <pc:docMk/>
          <pc:sldMk cId="2375247914" sldId="737"/>
        </pc:sldMkLst>
        <pc:spChg chg="mod">
          <ac:chgData name="bhurasanyam717@gmail.com" userId="b68a030977c80ce8" providerId="Windows Live" clId="Web-{96F7EEE1-E4B8-4835-936B-0B9C7A82D225}" dt="2026-01-30T15:09:03.984" v="1079" actId="20577"/>
          <ac:spMkLst>
            <pc:docMk/>
            <pc:sldMk cId="2375247914" sldId="737"/>
            <ac:spMk id="41" creationId="{383F22F1-A2A4-BD9E-D369-6C07C2D966CA}"/>
          </ac:spMkLst>
        </pc:spChg>
        <pc:picChg chg="mod">
          <ac:chgData name="bhurasanyam717@gmail.com" userId="b68a030977c80ce8" providerId="Windows Live" clId="Web-{96F7EEE1-E4B8-4835-936B-0B9C7A82D225}" dt="2026-01-30T15:08:55.342" v="1076" actId="1076"/>
          <ac:picMkLst>
            <pc:docMk/>
            <pc:sldMk cId="2375247914" sldId="737"/>
            <ac:picMk id="4" creationId="{1619259A-0D3B-CC04-B517-3D79235B0A57}"/>
          </ac:picMkLst>
        </pc:picChg>
      </pc:sldChg>
    </pc:docChg>
  </pc:docChgLst>
  <pc:docChgLst>
    <pc:chgData name="bhurasanyam717@gmail.com" userId="b68a030977c80ce8" providerId="Windows Live" clId="Web-{89F9D88B-9A32-4516-A81A-67E4DB57A684}"/>
    <pc:docChg chg="addSld delSld modSld">
      <pc:chgData name="bhurasanyam717@gmail.com" userId="b68a030977c80ce8" providerId="Windows Live" clId="Web-{89F9D88B-9A32-4516-A81A-67E4DB57A684}" dt="2026-01-29T12:13:13.389" v="415" actId="20577"/>
      <pc:docMkLst>
        <pc:docMk/>
      </pc:docMkLst>
      <pc:sldChg chg="modSp">
        <pc:chgData name="bhurasanyam717@gmail.com" userId="b68a030977c80ce8" providerId="Windows Live" clId="Web-{89F9D88B-9A32-4516-A81A-67E4DB57A684}" dt="2026-01-29T11:07:33.845" v="45" actId="20577"/>
        <pc:sldMkLst>
          <pc:docMk/>
          <pc:sldMk cId="1024334718" sldId="256"/>
        </pc:sldMkLst>
        <pc:spChg chg="mod">
          <ac:chgData name="bhurasanyam717@gmail.com" userId="b68a030977c80ce8" providerId="Windows Live" clId="Web-{89F9D88B-9A32-4516-A81A-67E4DB57A684}" dt="2026-01-29T11:07:33.845" v="45" actId="20577"/>
          <ac:spMkLst>
            <pc:docMk/>
            <pc:sldMk cId="1024334718" sldId="256"/>
            <ac:spMk id="2" creationId="{1A225F15-9B21-01FF-BD6D-D04F30F7A091}"/>
          </ac:spMkLst>
        </pc:spChg>
      </pc:sldChg>
      <pc:sldChg chg="modSp">
        <pc:chgData name="bhurasanyam717@gmail.com" userId="b68a030977c80ce8" providerId="Windows Live" clId="Web-{89F9D88B-9A32-4516-A81A-67E4DB57A684}" dt="2026-01-29T11:16:36.998" v="98" actId="14100"/>
        <pc:sldMkLst>
          <pc:docMk/>
          <pc:sldMk cId="2272459462" sldId="674"/>
        </pc:sldMkLst>
        <pc:spChg chg="mod">
          <ac:chgData name="bhurasanyam717@gmail.com" userId="b68a030977c80ce8" providerId="Windows Live" clId="Web-{89F9D88B-9A32-4516-A81A-67E4DB57A684}" dt="2026-01-29T11:16:36.998" v="98" actId="14100"/>
          <ac:spMkLst>
            <pc:docMk/>
            <pc:sldMk cId="2272459462" sldId="674"/>
            <ac:spMk id="3" creationId="{5498D2CD-3F24-F46B-D0FD-F213BDB36EC1}"/>
          </ac:spMkLst>
        </pc:spChg>
      </pc:sldChg>
      <pc:sldChg chg="addSp delSp modSp">
        <pc:chgData name="bhurasanyam717@gmail.com" userId="b68a030977c80ce8" providerId="Windows Live" clId="Web-{89F9D88B-9A32-4516-A81A-67E4DB57A684}" dt="2026-01-29T12:13:13.389" v="415" actId="20577"/>
        <pc:sldMkLst>
          <pc:docMk/>
          <pc:sldMk cId="1594365271" sldId="712"/>
        </pc:sldMkLst>
        <pc:spChg chg="add del mod">
          <ac:chgData name="bhurasanyam717@gmail.com" userId="b68a030977c80ce8" providerId="Windows Live" clId="Web-{89F9D88B-9A32-4516-A81A-67E4DB57A684}" dt="2026-01-29T12:01:05.377" v="306"/>
          <ac:spMkLst>
            <pc:docMk/>
            <pc:sldMk cId="1594365271" sldId="712"/>
            <ac:spMk id="5" creationId="{0798F534-373E-223D-A65A-D45EFD4D8DC9}"/>
          </ac:spMkLst>
        </pc:spChg>
        <pc:spChg chg="mod">
          <ac:chgData name="bhurasanyam717@gmail.com" userId="b68a030977c80ce8" providerId="Windows Live" clId="Web-{89F9D88B-9A32-4516-A81A-67E4DB57A684}" dt="2026-01-29T11:55:56.926" v="304" actId="20577"/>
          <ac:spMkLst>
            <pc:docMk/>
            <pc:sldMk cId="1594365271" sldId="712"/>
            <ac:spMk id="11" creationId="{E9A3E321-C880-F339-6793-4005BB81E7FA}"/>
          </ac:spMkLst>
        </pc:spChg>
        <pc:spChg chg="mod">
          <ac:chgData name="bhurasanyam717@gmail.com" userId="b68a030977c80ce8" providerId="Windows Live" clId="Web-{89F9D88B-9A32-4516-A81A-67E4DB57A684}" dt="2026-01-29T12:05:44.508" v="375" actId="20577"/>
          <ac:spMkLst>
            <pc:docMk/>
            <pc:sldMk cId="1594365271" sldId="712"/>
            <ac:spMk id="13" creationId="{03FF44B0-25DC-5067-118E-0CCE61A855A1}"/>
          </ac:spMkLst>
        </pc:spChg>
        <pc:spChg chg="mod">
          <ac:chgData name="bhurasanyam717@gmail.com" userId="b68a030977c80ce8" providerId="Windows Live" clId="Web-{89F9D88B-9A32-4516-A81A-67E4DB57A684}" dt="2026-01-29T12:13:13.389" v="415" actId="20577"/>
          <ac:spMkLst>
            <pc:docMk/>
            <pc:sldMk cId="1594365271" sldId="712"/>
            <ac:spMk id="22" creationId="{CB90BB47-9F68-1797-5E4A-CB8AF58F004F}"/>
          </ac:spMkLst>
        </pc:spChg>
        <pc:picChg chg="add mod">
          <ac:chgData name="bhurasanyam717@gmail.com" userId="b68a030977c80ce8" providerId="Windows Live" clId="Web-{89F9D88B-9A32-4516-A81A-67E4DB57A684}" dt="2026-01-29T11:52:51.471" v="247" actId="14100"/>
          <ac:picMkLst>
            <pc:docMk/>
            <pc:sldMk cId="1594365271" sldId="712"/>
            <ac:picMk id="3" creationId="{56456909-70CD-3E5F-8557-2C5BEF9375FB}"/>
          </ac:picMkLst>
        </pc:picChg>
        <pc:picChg chg="add mod ord">
          <ac:chgData name="bhurasanyam717@gmail.com" userId="b68a030977c80ce8" providerId="Windows Live" clId="Web-{89F9D88B-9A32-4516-A81A-67E4DB57A684}" dt="2026-01-29T12:04:05.209" v="327" actId="14100"/>
          <ac:picMkLst>
            <pc:docMk/>
            <pc:sldMk cId="1594365271" sldId="712"/>
            <ac:picMk id="6" creationId="{AA6640C8-BDAF-96D3-886E-5F847AFCB13A}"/>
          </ac:picMkLst>
        </pc:picChg>
        <pc:picChg chg="add mod">
          <ac:chgData name="bhurasanyam717@gmail.com" userId="b68a030977c80ce8" providerId="Windows Live" clId="Web-{89F9D88B-9A32-4516-A81A-67E4DB57A684}" dt="2026-01-29T12:09:28.308" v="383" actId="14100"/>
          <ac:picMkLst>
            <pc:docMk/>
            <pc:sldMk cId="1594365271" sldId="712"/>
            <ac:picMk id="8" creationId="{AC0371DF-E4E5-61EF-CBB5-1963BB308E2C}"/>
          </ac:picMkLst>
        </pc:picChg>
        <pc:picChg chg="del">
          <ac:chgData name="bhurasanyam717@gmail.com" userId="b68a030977c80ce8" providerId="Windows Live" clId="Web-{89F9D88B-9A32-4516-A81A-67E4DB57A684}" dt="2026-01-29T11:59:19.030" v="305"/>
          <ac:picMkLst>
            <pc:docMk/>
            <pc:sldMk cId="1594365271" sldId="712"/>
            <ac:picMk id="17" creationId="{A886C900-58C1-9E8F-C8D2-8139320A9CC2}"/>
          </ac:picMkLst>
        </pc:picChg>
        <pc:picChg chg="del">
          <ac:chgData name="bhurasanyam717@gmail.com" userId="b68a030977c80ce8" providerId="Windows Live" clId="Web-{89F9D88B-9A32-4516-A81A-67E4DB57A684}" dt="2026-01-29T11:51:39.392" v="235"/>
          <ac:picMkLst>
            <pc:docMk/>
            <pc:sldMk cId="1594365271" sldId="712"/>
            <ac:picMk id="19" creationId="{AE8C089B-49F3-EA4A-6B52-953F630BF463}"/>
          </ac:picMkLst>
        </pc:picChg>
        <pc:picChg chg="del">
          <ac:chgData name="bhurasanyam717@gmail.com" userId="b68a030977c80ce8" providerId="Windows Live" clId="Web-{89F9D88B-9A32-4516-A81A-67E4DB57A684}" dt="2026-01-29T12:08:48.370" v="376"/>
          <ac:picMkLst>
            <pc:docMk/>
            <pc:sldMk cId="1594365271" sldId="712"/>
            <ac:picMk id="20" creationId="{E1B5C2AD-07CB-9611-6205-B1B73132E81C}"/>
          </ac:picMkLst>
        </pc:picChg>
      </pc:sldChg>
      <pc:sldChg chg="modSp">
        <pc:chgData name="bhurasanyam717@gmail.com" userId="b68a030977c80ce8" providerId="Windows Live" clId="Web-{89F9D88B-9A32-4516-A81A-67E4DB57A684}" dt="2026-01-29T11:10:26.929" v="89" actId="14100"/>
        <pc:sldMkLst>
          <pc:docMk/>
          <pc:sldMk cId="1953804542" sldId="714"/>
        </pc:sldMkLst>
        <pc:spChg chg="mod">
          <ac:chgData name="bhurasanyam717@gmail.com" userId="b68a030977c80ce8" providerId="Windows Live" clId="Web-{89F9D88B-9A32-4516-A81A-67E4DB57A684}" dt="2026-01-29T11:10:26.929" v="89" actId="14100"/>
          <ac:spMkLst>
            <pc:docMk/>
            <pc:sldMk cId="1953804542" sldId="714"/>
            <ac:spMk id="3" creationId="{67B003C9-103A-47E6-D7EB-87D0A8CB5431}"/>
          </ac:spMkLst>
        </pc:spChg>
      </pc:sldChg>
      <pc:sldChg chg="modSp">
        <pc:chgData name="bhurasanyam717@gmail.com" userId="b68a030977c80ce8" providerId="Windows Live" clId="Web-{89F9D88B-9A32-4516-A81A-67E4DB57A684}" dt="2026-01-29T11:20:17.791" v="103" actId="20577"/>
        <pc:sldMkLst>
          <pc:docMk/>
          <pc:sldMk cId="2332226826" sldId="715"/>
        </pc:sldMkLst>
        <pc:spChg chg="mod">
          <ac:chgData name="bhurasanyam717@gmail.com" userId="b68a030977c80ce8" providerId="Windows Live" clId="Web-{89F9D88B-9A32-4516-A81A-67E4DB57A684}" dt="2026-01-29T11:20:17.791" v="103" actId="20577"/>
          <ac:spMkLst>
            <pc:docMk/>
            <pc:sldMk cId="2332226826" sldId="715"/>
            <ac:spMk id="3" creationId="{F6B8DEF2-B7D9-0381-7737-61E0E0792CEB}"/>
          </ac:spMkLst>
        </pc:spChg>
      </pc:sldChg>
      <pc:sldChg chg="addSp delSp modSp">
        <pc:chgData name="bhurasanyam717@gmail.com" userId="b68a030977c80ce8" providerId="Windows Live" clId="Web-{89F9D88B-9A32-4516-A81A-67E4DB57A684}" dt="2026-01-29T11:30:49.207" v="143" actId="20577"/>
        <pc:sldMkLst>
          <pc:docMk/>
          <pc:sldMk cId="2048740809" sldId="717"/>
        </pc:sldMkLst>
        <pc:spChg chg="mod">
          <ac:chgData name="bhurasanyam717@gmail.com" userId="b68a030977c80ce8" providerId="Windows Live" clId="Web-{89F9D88B-9A32-4516-A81A-67E4DB57A684}" dt="2026-01-29T11:24:08.337" v="115" actId="14100"/>
          <ac:spMkLst>
            <pc:docMk/>
            <pc:sldMk cId="2048740809" sldId="717"/>
            <ac:spMk id="2" creationId="{76D25186-E9F1-EB7E-5FD9-18590AEC8E31}"/>
          </ac:spMkLst>
        </pc:spChg>
        <pc:spChg chg="mod">
          <ac:chgData name="bhurasanyam717@gmail.com" userId="b68a030977c80ce8" providerId="Windows Live" clId="Web-{89F9D88B-9A32-4516-A81A-67E4DB57A684}" dt="2026-01-29T11:30:49.207" v="143" actId="20577"/>
          <ac:spMkLst>
            <pc:docMk/>
            <pc:sldMk cId="2048740809" sldId="717"/>
            <ac:spMk id="3" creationId="{6F5B1CA3-A7C9-23EC-C46C-51BE35722F54}"/>
          </ac:spMkLst>
        </pc:spChg>
        <pc:picChg chg="add mod">
          <ac:chgData name="bhurasanyam717@gmail.com" userId="b68a030977c80ce8" providerId="Windows Live" clId="Web-{89F9D88B-9A32-4516-A81A-67E4DB57A684}" dt="2026-01-29T11:29:31.378" v="136" actId="14100"/>
          <ac:picMkLst>
            <pc:docMk/>
            <pc:sldMk cId="2048740809" sldId="717"/>
            <ac:picMk id="4" creationId="{AC07FD76-E4FE-E285-0964-77395F81E879}"/>
          </ac:picMkLst>
        </pc:picChg>
        <pc:picChg chg="del">
          <ac:chgData name="bhurasanyam717@gmail.com" userId="b68a030977c80ce8" providerId="Windows Live" clId="Web-{89F9D88B-9A32-4516-A81A-67E4DB57A684}" dt="2026-01-29T11:26:10.732" v="126"/>
          <ac:picMkLst>
            <pc:docMk/>
            <pc:sldMk cId="2048740809" sldId="717"/>
            <ac:picMk id="8" creationId="{FC30AAC2-70B8-7376-2F76-EB46FEBC7CAD}"/>
          </ac:picMkLst>
        </pc:picChg>
      </pc:sldChg>
      <pc:sldChg chg="addSp delSp modSp">
        <pc:chgData name="bhurasanyam717@gmail.com" userId="b68a030977c80ce8" providerId="Windows Live" clId="Web-{89F9D88B-9A32-4516-A81A-67E4DB57A684}" dt="2026-01-29T11:44:38.760" v="234"/>
        <pc:sldMkLst>
          <pc:docMk/>
          <pc:sldMk cId="1365846446" sldId="718"/>
        </pc:sldMkLst>
        <pc:spChg chg="add del mod">
          <ac:chgData name="bhurasanyam717@gmail.com" userId="b68a030977c80ce8" providerId="Windows Live" clId="Web-{89F9D88B-9A32-4516-A81A-67E4DB57A684}" dt="2026-01-29T11:34:42.695" v="167"/>
          <ac:spMkLst>
            <pc:docMk/>
            <pc:sldMk cId="1365846446" sldId="718"/>
            <ac:spMk id="355" creationId="{C1775414-5D27-F8EF-D8F8-4C2FD12DBF28}"/>
          </ac:spMkLst>
        </pc:spChg>
        <pc:graphicFrameChg chg="mod modGraphic">
          <ac:chgData name="bhurasanyam717@gmail.com" userId="b68a030977c80ce8" providerId="Windows Live" clId="Web-{89F9D88B-9A32-4516-A81A-67E4DB57A684}" dt="2026-01-29T11:44:38.760" v="234"/>
          <ac:graphicFrameMkLst>
            <pc:docMk/>
            <pc:sldMk cId="1365846446" sldId="718"/>
            <ac:graphicFrameMk id="5" creationId="{60AA2BB7-97F7-54A3-96C0-91E65F598AD4}"/>
          </ac:graphicFrameMkLst>
        </pc:graphicFrameChg>
      </pc:sldChg>
      <pc:sldChg chg="new del">
        <pc:chgData name="bhurasanyam717@gmail.com" userId="b68a030977c80ce8" providerId="Windows Live" clId="Web-{89F9D88B-9A32-4516-A81A-67E4DB57A684}" dt="2026-01-29T11:51:56.017" v="237"/>
        <pc:sldMkLst>
          <pc:docMk/>
          <pc:sldMk cId="4166392939" sldId="729"/>
        </pc:sldMkLst>
      </pc:sldChg>
    </pc:docChg>
  </pc:docChgLst>
  <pc:docChgLst>
    <pc:chgData name="bhurasanyam717@gmail.com" userId="b68a030977c80ce8" providerId="Windows Live" clId="Web-{4C8C67CE-361A-474A-84F7-EF89C617F951}"/>
    <pc:docChg chg="addSld delSld modSld sldOrd">
      <pc:chgData name="bhurasanyam717@gmail.com" userId="b68a030977c80ce8" providerId="Windows Live" clId="Web-{4C8C67CE-361A-474A-84F7-EF89C617F951}" dt="2026-01-29T17:21:28.455" v="569"/>
      <pc:docMkLst>
        <pc:docMk/>
      </pc:docMkLst>
      <pc:sldChg chg="modSp">
        <pc:chgData name="bhurasanyam717@gmail.com" userId="b68a030977c80ce8" providerId="Windows Live" clId="Web-{4C8C67CE-361A-474A-84F7-EF89C617F951}" dt="2026-01-29T15:49:19.706" v="187" actId="14100"/>
        <pc:sldMkLst>
          <pc:docMk/>
          <pc:sldMk cId="1024334718" sldId="256"/>
        </pc:sldMkLst>
        <pc:spChg chg="mod">
          <ac:chgData name="bhurasanyam717@gmail.com" userId="b68a030977c80ce8" providerId="Windows Live" clId="Web-{4C8C67CE-361A-474A-84F7-EF89C617F951}" dt="2026-01-29T15:49:19.706" v="187" actId="14100"/>
          <ac:spMkLst>
            <pc:docMk/>
            <pc:sldMk cId="1024334718" sldId="256"/>
            <ac:spMk id="2" creationId="{1A225F15-9B21-01FF-BD6D-D04F30F7A091}"/>
          </ac:spMkLst>
        </pc:spChg>
      </pc:sldChg>
      <pc:sldChg chg="addSp delSp modSp">
        <pc:chgData name="bhurasanyam717@gmail.com" userId="b68a030977c80ce8" providerId="Windows Live" clId="Web-{4C8C67CE-361A-474A-84F7-EF89C617F951}" dt="2026-01-29T17:20:58.907" v="566"/>
        <pc:sldMkLst>
          <pc:docMk/>
          <pc:sldMk cId="2272459462" sldId="674"/>
        </pc:sldMkLst>
        <pc:spChg chg="mod">
          <ac:chgData name="bhurasanyam717@gmail.com" userId="b68a030977c80ce8" providerId="Windows Live" clId="Web-{4C8C67CE-361A-474A-84F7-EF89C617F951}" dt="2026-01-29T17:20:58.907" v="566"/>
          <ac:spMkLst>
            <pc:docMk/>
            <pc:sldMk cId="2272459462" sldId="674"/>
            <ac:spMk id="2" creationId="{61E853F5-3FF5-F820-B593-B4F4AF27A2B6}"/>
          </ac:spMkLst>
        </pc:spChg>
        <pc:spChg chg="mod">
          <ac:chgData name="bhurasanyam717@gmail.com" userId="b68a030977c80ce8" providerId="Windows Live" clId="Web-{4C8C67CE-361A-474A-84F7-EF89C617F951}" dt="2026-01-29T17:20:58.907" v="566"/>
          <ac:spMkLst>
            <pc:docMk/>
            <pc:sldMk cId="2272459462" sldId="674"/>
            <ac:spMk id="3" creationId="{5498D2CD-3F24-F46B-D0FD-F213BDB36EC1}"/>
          </ac:spMkLst>
        </pc:spChg>
        <pc:spChg chg="add del">
          <ac:chgData name="bhurasanyam717@gmail.com" userId="b68a030977c80ce8" providerId="Windows Live" clId="Web-{4C8C67CE-361A-474A-84F7-EF89C617F951}" dt="2026-01-29T16:48:26.490" v="434"/>
          <ac:spMkLst>
            <pc:docMk/>
            <pc:sldMk cId="2272459462" sldId="674"/>
            <ac:spMk id="36" creationId="{D009D6D5-DAC2-4A8B-A17A-E206B9012D09}"/>
          </ac:spMkLst>
        </pc:spChg>
        <pc:spChg chg="add del">
          <ac:chgData name="bhurasanyam717@gmail.com" userId="b68a030977c80ce8" providerId="Windows Live" clId="Web-{4C8C67CE-361A-474A-84F7-EF89C617F951}" dt="2026-01-29T16:49:34.225" v="443"/>
          <ac:spMkLst>
            <pc:docMk/>
            <pc:sldMk cId="2272459462" sldId="674"/>
            <ac:spMk id="41" creationId="{201CC55D-ED54-4C5C-95E6-10947BD1103B}"/>
          </ac:spMkLst>
        </pc:spChg>
        <pc:spChg chg="add del">
          <ac:chgData name="bhurasanyam717@gmail.com" userId="b68a030977c80ce8" providerId="Windows Live" clId="Web-{4C8C67CE-361A-474A-84F7-EF89C617F951}" dt="2026-01-29T16:49:34.225" v="443"/>
          <ac:spMkLst>
            <pc:docMk/>
            <pc:sldMk cId="2272459462" sldId="674"/>
            <ac:spMk id="42" creationId="{3873B707-463F-40B0-8227-E8CC6C67EB25}"/>
          </ac:spMkLst>
        </pc:spChg>
        <pc:spChg chg="add del">
          <ac:chgData name="bhurasanyam717@gmail.com" userId="b68a030977c80ce8" providerId="Windows Live" clId="Web-{4C8C67CE-361A-474A-84F7-EF89C617F951}" dt="2026-01-29T16:49:34.225" v="443"/>
          <ac:spMkLst>
            <pc:docMk/>
            <pc:sldMk cId="2272459462" sldId="674"/>
            <ac:spMk id="44" creationId="{C13237C8-E62C-4F0D-A318-BD6FB6C2D138}"/>
          </ac:spMkLst>
        </pc:spChg>
        <pc:spChg chg="add del">
          <ac:chgData name="bhurasanyam717@gmail.com" userId="b68a030977c80ce8" providerId="Windows Live" clId="Web-{4C8C67CE-361A-474A-84F7-EF89C617F951}" dt="2026-01-29T16:49:34.225" v="443"/>
          <ac:spMkLst>
            <pc:docMk/>
            <pc:sldMk cId="2272459462" sldId="674"/>
            <ac:spMk id="46" creationId="{19C9EAEA-39D0-4B0E-A0EB-51E7B26740B1}"/>
          </ac:spMkLst>
        </pc:spChg>
        <pc:grpChg chg="add del">
          <ac:chgData name="bhurasanyam717@gmail.com" userId="b68a030977c80ce8" providerId="Windows Live" clId="Web-{4C8C67CE-361A-474A-84F7-EF89C617F951}" dt="2026-01-29T16:49:34.225" v="443"/>
          <ac:grpSpMkLst>
            <pc:docMk/>
            <pc:sldMk cId="2272459462" sldId="674"/>
            <ac:grpSpMk id="38" creationId="{1DE889C7-FAD6-4397-98E2-05D503484459}"/>
          </ac:grpSpMkLst>
        </pc:grpChg>
        <pc:grpChg chg="add del">
          <ac:chgData name="bhurasanyam717@gmail.com" userId="b68a030977c80ce8" providerId="Windows Live" clId="Web-{4C8C67CE-361A-474A-84F7-EF89C617F951}" dt="2026-01-29T17:20:58.907" v="566"/>
          <ac:grpSpMkLst>
            <pc:docMk/>
            <pc:sldMk cId="2272459462" sldId="674"/>
            <ac:grpSpMk id="51" creationId="{1FD67D68-9B83-C338-8342-3348D8F22347}"/>
          </ac:grpSpMkLst>
        </pc:grpChg>
        <pc:grpChg chg="add">
          <ac:chgData name="bhurasanyam717@gmail.com" userId="b68a030977c80ce8" providerId="Windows Live" clId="Web-{4C8C67CE-361A-474A-84F7-EF89C617F951}" dt="2026-01-29T17:20:58.907" v="566"/>
          <ac:grpSpMkLst>
            <pc:docMk/>
            <pc:sldMk cId="2272459462" sldId="674"/>
            <ac:grpSpMk id="58" creationId="{6258F736-B256-8039-9DC6-F4E49A5C5AD5}"/>
          </ac:grpSpMkLst>
        </pc:grpChg>
        <pc:picChg chg="mod ord">
          <ac:chgData name="bhurasanyam717@gmail.com" userId="b68a030977c80ce8" providerId="Windows Live" clId="Web-{4C8C67CE-361A-474A-84F7-EF89C617F951}" dt="2026-01-29T17:20:58.907" v="566"/>
          <ac:picMkLst>
            <pc:docMk/>
            <pc:sldMk cId="2272459462" sldId="674"/>
            <ac:picMk id="5" creationId="{D1A0280A-FB8B-DF96-B4CA-829B431390FB}"/>
          </ac:picMkLst>
        </pc:picChg>
        <pc:cxnChg chg="del">
          <ac:chgData name="bhurasanyam717@gmail.com" userId="b68a030977c80ce8" providerId="Windows Live" clId="Web-{4C8C67CE-361A-474A-84F7-EF89C617F951}" dt="2026-01-29T16:48:06.896" v="431"/>
          <ac:cxnSpMkLst>
            <pc:docMk/>
            <pc:sldMk cId="2272459462" sldId="674"/>
            <ac:cxnSpMk id="26" creationId="{249EDD1B-F94D-B4E6-ACAA-566B9A26FDE3}"/>
          </ac:cxnSpMkLst>
        </pc:cxnChg>
        <pc:cxnChg chg="add del">
          <ac:chgData name="bhurasanyam717@gmail.com" userId="b68a030977c80ce8" providerId="Windows Live" clId="Web-{4C8C67CE-361A-474A-84F7-EF89C617F951}" dt="2026-01-29T16:48:26.490" v="435"/>
          <ac:cxnSpMkLst>
            <pc:docMk/>
            <pc:sldMk cId="2272459462" sldId="674"/>
            <ac:cxnSpMk id="31" creationId="{249EDD1B-F94D-B4E6-ACAA-566B9A26FDE3}"/>
          </ac:cxnSpMkLst>
        </pc:cxnChg>
      </pc:sldChg>
      <pc:sldChg chg="addSp delSp modSp mod setBg">
        <pc:chgData name="bhurasanyam717@gmail.com" userId="b68a030977c80ce8" providerId="Windows Live" clId="Web-{4C8C67CE-361A-474A-84F7-EF89C617F951}" dt="2026-01-29T15:52:40.739" v="206" actId="20577"/>
        <pc:sldMkLst>
          <pc:docMk/>
          <pc:sldMk cId="2845992452" sldId="676"/>
        </pc:sldMkLst>
        <pc:spChg chg="add del mod ord">
          <ac:chgData name="bhurasanyam717@gmail.com" userId="b68a030977c80ce8" providerId="Windows Live" clId="Web-{4C8C67CE-361A-474A-84F7-EF89C617F951}" dt="2026-01-29T15:52:20.926" v="199"/>
          <ac:spMkLst>
            <pc:docMk/>
            <pc:sldMk cId="2845992452" sldId="676"/>
            <ac:spMk id="5" creationId="{4DA5D537-AC05-64B7-431B-19A7548044CB}"/>
          </ac:spMkLst>
        </pc:spChg>
        <pc:spChg chg="add mod">
          <ac:chgData name="bhurasanyam717@gmail.com" userId="b68a030977c80ce8" providerId="Windows Live" clId="Web-{4C8C67CE-361A-474A-84F7-EF89C617F951}" dt="2026-01-29T15:52:40.739" v="206" actId="20577"/>
          <ac:spMkLst>
            <pc:docMk/>
            <pc:sldMk cId="2845992452" sldId="676"/>
            <ac:spMk id="8" creationId="{5A3D082A-C4F1-42F1-EC1A-A63F775D81A6}"/>
          </ac:spMkLst>
        </pc:spChg>
        <pc:spChg chg="del mod">
          <ac:chgData name="bhurasanyam717@gmail.com" userId="b68a030977c80ce8" providerId="Windows Live" clId="Web-{4C8C67CE-361A-474A-84F7-EF89C617F951}" dt="2026-01-29T15:26:43.594" v="140"/>
          <ac:spMkLst>
            <pc:docMk/>
            <pc:sldMk cId="2845992452" sldId="676"/>
            <ac:spMk id="12" creationId="{39C7E1A3-51B0-2FE2-611A-CABFB83333CC}"/>
          </ac:spMkLst>
        </pc:spChg>
        <pc:spChg chg="del mod">
          <ac:chgData name="bhurasanyam717@gmail.com" userId="b68a030977c80ce8" providerId="Windows Live" clId="Web-{4C8C67CE-361A-474A-84F7-EF89C617F951}" dt="2026-01-29T15:26:43.516" v="139"/>
          <ac:spMkLst>
            <pc:docMk/>
            <pc:sldMk cId="2845992452" sldId="676"/>
            <ac:spMk id="17" creationId="{E9B845FF-33B5-1C0F-4D04-20EE27D4C6AD}"/>
          </ac:spMkLst>
        </pc:spChg>
        <pc:spChg chg="mod">
          <ac:chgData name="bhurasanyam717@gmail.com" userId="b68a030977c80ce8" providerId="Windows Live" clId="Web-{4C8C67CE-361A-474A-84F7-EF89C617F951}" dt="2026-01-29T15:41:34.523" v="166"/>
          <ac:spMkLst>
            <pc:docMk/>
            <pc:sldMk cId="2845992452" sldId="676"/>
            <ac:spMk id="18" creationId="{FF680013-9BBB-A939-E01F-683FD1DB579D}"/>
          </ac:spMkLst>
        </pc:spChg>
        <pc:spChg chg="add del">
          <ac:chgData name="bhurasanyam717@gmail.com" userId="b68a030977c80ce8" providerId="Windows Live" clId="Web-{4C8C67CE-361A-474A-84F7-EF89C617F951}" dt="2026-01-29T15:38:11.530" v="161"/>
          <ac:spMkLst>
            <pc:docMk/>
            <pc:sldMk cId="2845992452" sldId="676"/>
            <ac:spMk id="23" creationId="{9427AF5F-9A0E-42B7-A252-FD64C9885F9C}"/>
          </ac:spMkLst>
        </pc:spChg>
        <pc:spChg chg="add del">
          <ac:chgData name="bhurasanyam717@gmail.com" userId="b68a030977c80ce8" providerId="Windows Live" clId="Web-{4C8C67CE-361A-474A-84F7-EF89C617F951}" dt="2026-01-29T15:37:55.686" v="154"/>
          <ac:spMkLst>
            <pc:docMk/>
            <pc:sldMk cId="2845992452" sldId="676"/>
            <ac:spMk id="28" creationId="{1A95671B-3CC6-4792-9114-B74FAEA224E6}"/>
          </ac:spMkLst>
        </pc:spChg>
        <pc:spChg chg="add del">
          <ac:chgData name="bhurasanyam717@gmail.com" userId="b68a030977c80ce8" providerId="Windows Live" clId="Web-{4C8C67CE-361A-474A-84F7-EF89C617F951}" dt="2026-01-29T15:38:06.405" v="156"/>
          <ac:spMkLst>
            <pc:docMk/>
            <pc:sldMk cId="2845992452" sldId="676"/>
            <ac:spMk id="30" creationId="{1A95671B-3CC6-4792-9114-B74FAEA224E6}"/>
          </ac:spMkLst>
        </pc:spChg>
        <pc:spChg chg="add del">
          <ac:chgData name="bhurasanyam717@gmail.com" userId="b68a030977c80ce8" providerId="Windows Live" clId="Web-{4C8C67CE-361A-474A-84F7-EF89C617F951}" dt="2026-01-29T15:38:08.999" v="158"/>
          <ac:spMkLst>
            <pc:docMk/>
            <pc:sldMk cId="2845992452" sldId="676"/>
            <ac:spMk id="32" creationId="{22587ECF-85E9-4393-9D87-8EB6F3F6C208}"/>
          </ac:spMkLst>
        </pc:spChg>
        <pc:spChg chg="add del">
          <ac:chgData name="bhurasanyam717@gmail.com" userId="b68a030977c80ce8" providerId="Windows Live" clId="Web-{4C8C67CE-361A-474A-84F7-EF89C617F951}" dt="2026-01-29T15:38:11.530" v="160"/>
          <ac:spMkLst>
            <pc:docMk/>
            <pc:sldMk cId="2845992452" sldId="676"/>
            <ac:spMk id="34" creationId="{1A95671B-3CC6-4792-9114-B74FAEA224E6}"/>
          </ac:spMkLst>
        </pc:spChg>
        <pc:spChg chg="add del">
          <ac:chgData name="bhurasanyam717@gmail.com" userId="b68a030977c80ce8" providerId="Windows Live" clId="Web-{4C8C67CE-361A-474A-84F7-EF89C617F951}" dt="2026-01-29T15:40:45.224" v="162"/>
          <ac:spMkLst>
            <pc:docMk/>
            <pc:sldMk cId="2845992452" sldId="676"/>
            <ac:spMk id="36" creationId="{22587ECF-85E9-4393-9D87-8EB6F3F6C208}"/>
          </ac:spMkLst>
        </pc:spChg>
        <pc:spChg chg="add del">
          <ac:chgData name="bhurasanyam717@gmail.com" userId="b68a030977c80ce8" providerId="Windows Live" clId="Web-{4C8C67CE-361A-474A-84F7-EF89C617F951}" dt="2026-01-29T15:41:34.523" v="166"/>
          <ac:spMkLst>
            <pc:docMk/>
            <pc:sldMk cId="2845992452" sldId="676"/>
            <ac:spMk id="48" creationId="{7ED7575E-88D2-B771-681D-46A7E55415DD}"/>
          </ac:spMkLst>
        </pc:spChg>
        <pc:grpChg chg="add del">
          <ac:chgData name="bhurasanyam717@gmail.com" userId="b68a030977c80ce8" providerId="Windows Live" clId="Web-{4C8C67CE-361A-474A-84F7-EF89C617F951}" dt="2026-01-29T15:41:14.257" v="165"/>
          <ac:grpSpMkLst>
            <pc:docMk/>
            <pc:sldMk cId="2845992452" sldId="676"/>
            <ac:grpSpMk id="41" creationId="{C54A2A4D-19EF-3552-F383-6AD9587C8AFC}"/>
          </ac:grpSpMkLst>
        </pc:grpChg>
        <pc:grpChg chg="add">
          <ac:chgData name="bhurasanyam717@gmail.com" userId="b68a030977c80ce8" providerId="Windows Live" clId="Web-{4C8C67CE-361A-474A-84F7-EF89C617F951}" dt="2026-01-29T15:41:34.523" v="166"/>
          <ac:grpSpMkLst>
            <pc:docMk/>
            <pc:sldMk cId="2845992452" sldId="676"/>
            <ac:grpSpMk id="55" creationId="{C54A2A4D-19EF-3552-F383-6AD9587C8AFC}"/>
          </ac:grpSpMkLst>
        </pc:grpChg>
        <pc:picChg chg="add del mod">
          <ac:chgData name="bhurasanyam717@gmail.com" userId="b68a030977c80ce8" providerId="Windows Live" clId="Web-{4C8C67CE-361A-474A-84F7-EF89C617F951}" dt="2026-01-29T15:11:59.773" v="71"/>
          <ac:picMkLst>
            <pc:docMk/>
            <pc:sldMk cId="2845992452" sldId="676"/>
            <ac:picMk id="2" creationId="{A1DE49C6-AB54-5FF9-DDCA-D9A5EC16FF67}"/>
          </ac:picMkLst>
        </pc:picChg>
        <pc:picChg chg="add del mod">
          <ac:chgData name="bhurasanyam717@gmail.com" userId="b68a030977c80ce8" providerId="Windows Live" clId="Web-{4C8C67CE-361A-474A-84F7-EF89C617F951}" dt="2026-01-29T15:26:27.281" v="129"/>
          <ac:picMkLst>
            <pc:docMk/>
            <pc:sldMk cId="2845992452" sldId="676"/>
            <ac:picMk id="3" creationId="{EC9F15C5-96EE-EEB9-39AD-CFD060D98A4A}"/>
          </ac:picMkLst>
        </pc:picChg>
        <pc:picChg chg="add mod ord">
          <ac:chgData name="bhurasanyam717@gmail.com" userId="b68a030977c80ce8" providerId="Windows Live" clId="Web-{4C8C67CE-361A-474A-84F7-EF89C617F951}" dt="2026-01-29T15:41:34.523" v="166"/>
          <ac:picMkLst>
            <pc:docMk/>
            <pc:sldMk cId="2845992452" sldId="676"/>
            <ac:picMk id="6" creationId="{AD7D35E0-AA22-CC61-0882-8E3FE0C3698A}"/>
          </ac:picMkLst>
        </pc:picChg>
        <pc:picChg chg="del">
          <ac:chgData name="bhurasanyam717@gmail.com" userId="b68a030977c80ce8" providerId="Windows Live" clId="Web-{4C8C67CE-361A-474A-84F7-EF89C617F951}" dt="2026-01-29T15:26:28.594" v="130"/>
          <ac:picMkLst>
            <pc:docMk/>
            <pc:sldMk cId="2845992452" sldId="676"/>
            <ac:picMk id="13" creationId="{101E906A-7213-F19B-A9DB-CC28703F0846}"/>
          </ac:picMkLst>
        </pc:picChg>
        <pc:picChg chg="del">
          <ac:chgData name="bhurasanyam717@gmail.com" userId="b68a030977c80ce8" providerId="Windows Live" clId="Web-{4C8C67CE-361A-474A-84F7-EF89C617F951}" dt="2026-01-29T15:26:26.140" v="128"/>
          <ac:picMkLst>
            <pc:docMk/>
            <pc:sldMk cId="2845992452" sldId="676"/>
            <ac:picMk id="27" creationId="{DBFC3144-52BA-3FE5-5A88-29AEFC6D09E5}"/>
          </ac:picMkLst>
        </pc:picChg>
        <pc:cxnChg chg="add del">
          <ac:chgData name="bhurasanyam717@gmail.com" userId="b68a030977c80ce8" providerId="Windows Live" clId="Web-{4C8C67CE-361A-474A-84F7-EF89C617F951}" dt="2026-01-29T15:41:34.523" v="166"/>
          <ac:cxnSpMkLst>
            <pc:docMk/>
            <pc:sldMk cId="2845992452" sldId="676"/>
            <ac:cxnSpMk id="50" creationId="{249EDD1B-F94D-B4E6-ACAA-566B9A26FDE3}"/>
          </ac:cxnSpMkLst>
        </pc:cxnChg>
      </pc:sldChg>
      <pc:sldChg chg="addSp delSp modSp mod setBg">
        <pc:chgData name="bhurasanyam717@gmail.com" userId="b68a030977c80ce8" providerId="Windows Live" clId="Web-{4C8C67CE-361A-474A-84F7-EF89C617F951}" dt="2026-01-29T16:47:55.661" v="430"/>
        <pc:sldMkLst>
          <pc:docMk/>
          <pc:sldMk cId="1594365271" sldId="712"/>
        </pc:sldMkLst>
        <pc:spChg chg="mod">
          <ac:chgData name="bhurasanyam717@gmail.com" userId="b68a030977c80ce8" providerId="Windows Live" clId="Web-{4C8C67CE-361A-474A-84F7-EF89C617F951}" dt="2026-01-29T15:25:35.326" v="124"/>
          <ac:spMkLst>
            <pc:docMk/>
            <pc:sldMk cId="1594365271" sldId="712"/>
            <ac:spMk id="2" creationId="{FE8CD48C-0D00-7934-A2BB-3246AA97B9B3}"/>
          </ac:spMkLst>
        </pc:spChg>
        <pc:spChg chg="add mod ord">
          <ac:chgData name="bhurasanyam717@gmail.com" userId="b68a030977c80ce8" providerId="Windows Live" clId="Web-{4C8C67CE-361A-474A-84F7-EF89C617F951}" dt="2026-01-29T16:47:55.661" v="430"/>
          <ac:spMkLst>
            <pc:docMk/>
            <pc:sldMk cId="1594365271" sldId="712"/>
            <ac:spMk id="5" creationId="{E17DAE9C-16F3-803E-1F94-49B423E3F07A}"/>
          </ac:spMkLst>
        </pc:spChg>
        <pc:spChg chg="del">
          <ac:chgData name="bhurasanyam717@gmail.com" userId="b68a030977c80ce8" providerId="Windows Live" clId="Web-{4C8C67CE-361A-474A-84F7-EF89C617F951}" dt="2026-01-29T15:17:03.059" v="88"/>
          <ac:spMkLst>
            <pc:docMk/>
            <pc:sldMk cId="1594365271" sldId="712"/>
            <ac:spMk id="7" creationId="{AC84E2B0-A9C6-1D3E-552A-14B3AF71E4B1}"/>
          </ac:spMkLst>
        </pc:spChg>
        <pc:spChg chg="del mod">
          <ac:chgData name="bhurasanyam717@gmail.com" userId="b68a030977c80ce8" providerId="Windows Live" clId="Web-{4C8C67CE-361A-474A-84F7-EF89C617F951}" dt="2026-01-29T15:17:06.215" v="89"/>
          <ac:spMkLst>
            <pc:docMk/>
            <pc:sldMk cId="1594365271" sldId="712"/>
            <ac:spMk id="11" creationId="{E9A3E321-C880-F339-6793-4005BB81E7FA}"/>
          </ac:spMkLst>
        </pc:spChg>
        <pc:spChg chg="del mod">
          <ac:chgData name="bhurasanyam717@gmail.com" userId="b68a030977c80ce8" providerId="Windows Live" clId="Web-{4C8C67CE-361A-474A-84F7-EF89C617F951}" dt="2026-01-29T15:17:03.059" v="87"/>
          <ac:spMkLst>
            <pc:docMk/>
            <pc:sldMk cId="1594365271" sldId="712"/>
            <ac:spMk id="13" creationId="{03FF44B0-25DC-5067-118E-0CCE61A855A1}"/>
          </ac:spMkLst>
        </pc:spChg>
        <pc:spChg chg="add del">
          <ac:chgData name="bhurasanyam717@gmail.com" userId="b68a030977c80ce8" providerId="Windows Live" clId="Web-{4C8C67CE-361A-474A-84F7-EF89C617F951}" dt="2026-01-29T15:18:01.028" v="94"/>
          <ac:spMkLst>
            <pc:docMk/>
            <pc:sldMk cId="1594365271" sldId="712"/>
            <ac:spMk id="16" creationId="{5C8908E2-EE49-44D2-9428-A28D2312A8D5}"/>
          </ac:spMkLst>
        </pc:spChg>
        <pc:spChg chg="add del">
          <ac:chgData name="bhurasanyam717@gmail.com" userId="b68a030977c80ce8" providerId="Windows Live" clId="Web-{4C8C67CE-361A-474A-84F7-EF89C617F951}" dt="2026-01-29T15:24:09.901" v="111"/>
          <ac:spMkLst>
            <pc:docMk/>
            <pc:sldMk cId="1594365271" sldId="712"/>
            <ac:spMk id="18" creationId="{1A95671B-3CC6-4792-9114-B74FAEA224E6}"/>
          </ac:spMkLst>
        </pc:spChg>
        <pc:spChg chg="del mod">
          <ac:chgData name="bhurasanyam717@gmail.com" userId="b68a030977c80ce8" providerId="Windows Live" clId="Web-{4C8C67CE-361A-474A-84F7-EF89C617F951}" dt="2026-01-29T15:17:03.059" v="86"/>
          <ac:spMkLst>
            <pc:docMk/>
            <pc:sldMk cId="1594365271" sldId="712"/>
            <ac:spMk id="22" creationId="{CB90BB47-9F68-1797-5E4A-CB8AF58F004F}"/>
          </ac:spMkLst>
        </pc:spChg>
        <pc:spChg chg="add del">
          <ac:chgData name="bhurasanyam717@gmail.com" userId="b68a030977c80ce8" providerId="Windows Live" clId="Web-{4C8C67CE-361A-474A-84F7-EF89C617F951}" dt="2026-01-29T15:25:35.326" v="124"/>
          <ac:spMkLst>
            <pc:docMk/>
            <pc:sldMk cId="1594365271" sldId="712"/>
            <ac:spMk id="24" creationId="{D1D34770-47A8-402C-AF23-2B653F2D88C1}"/>
          </ac:spMkLst>
        </pc:spChg>
        <pc:spChg chg="add del">
          <ac:chgData name="bhurasanyam717@gmail.com" userId="b68a030977c80ce8" providerId="Windows Live" clId="Web-{4C8C67CE-361A-474A-84F7-EF89C617F951}" dt="2026-01-29T15:18:01.028" v="94"/>
          <ac:spMkLst>
            <pc:docMk/>
            <pc:sldMk cId="1594365271" sldId="712"/>
            <ac:spMk id="25" creationId="{8B88B599-C539-4F18-A32A-40207EC6E21A}"/>
          </ac:spMkLst>
        </pc:spChg>
        <pc:spChg chg="add del">
          <ac:chgData name="bhurasanyam717@gmail.com" userId="b68a030977c80ce8" providerId="Windows Live" clId="Web-{4C8C67CE-361A-474A-84F7-EF89C617F951}" dt="2026-01-29T15:18:01.028" v="94"/>
          <ac:spMkLst>
            <pc:docMk/>
            <pc:sldMk cId="1594365271" sldId="712"/>
            <ac:spMk id="27" creationId="{ED888B23-07FA-482A-96DF-47E31AF1A603}"/>
          </ac:spMkLst>
        </pc:spChg>
        <pc:spChg chg="add del">
          <ac:chgData name="bhurasanyam717@gmail.com" userId="b68a030977c80ce8" providerId="Windows Live" clId="Web-{4C8C67CE-361A-474A-84F7-EF89C617F951}" dt="2026-01-29T15:18:01.013" v="93"/>
          <ac:spMkLst>
            <pc:docMk/>
            <pc:sldMk cId="1594365271" sldId="712"/>
            <ac:spMk id="32" creationId="{53E60C6D-4E85-4E14-BCDF-BF15C241F7CA}"/>
          </ac:spMkLst>
        </pc:spChg>
        <pc:spChg chg="add del">
          <ac:chgData name="bhurasanyam717@gmail.com" userId="b68a030977c80ce8" providerId="Windows Live" clId="Web-{4C8C67CE-361A-474A-84F7-EF89C617F951}" dt="2026-01-29T15:18:01.013" v="93"/>
          <ac:spMkLst>
            <pc:docMk/>
            <pc:sldMk cId="1594365271" sldId="712"/>
            <ac:spMk id="34" creationId="{7D42D292-4C48-479B-9E59-E29CD9871C0C}"/>
          </ac:spMkLst>
        </pc:spChg>
        <pc:spChg chg="add del">
          <ac:chgData name="bhurasanyam717@gmail.com" userId="b68a030977c80ce8" providerId="Windows Live" clId="Web-{4C8C67CE-361A-474A-84F7-EF89C617F951}" dt="2026-01-29T15:18:01.013" v="93"/>
          <ac:spMkLst>
            <pc:docMk/>
            <pc:sldMk cId="1594365271" sldId="712"/>
            <ac:spMk id="36" creationId="{533DF362-939D-4EEE-8DC4-6B54607E5611}"/>
          </ac:spMkLst>
        </pc:spChg>
        <pc:spChg chg="add del">
          <ac:chgData name="bhurasanyam717@gmail.com" userId="b68a030977c80ce8" providerId="Windows Live" clId="Web-{4C8C67CE-361A-474A-84F7-EF89C617F951}" dt="2026-01-29T15:18:41.576" v="95"/>
          <ac:spMkLst>
            <pc:docMk/>
            <pc:sldMk cId="1594365271" sldId="712"/>
            <ac:spMk id="38" creationId="{75C56826-D4E5-42ED-8529-079651CB3005}"/>
          </ac:spMkLst>
        </pc:spChg>
        <pc:spChg chg="add del">
          <ac:chgData name="bhurasanyam717@gmail.com" userId="b68a030977c80ce8" providerId="Windows Live" clId="Web-{4C8C67CE-361A-474A-84F7-EF89C617F951}" dt="2026-01-29T15:18:41.576" v="95"/>
          <ac:spMkLst>
            <pc:docMk/>
            <pc:sldMk cId="1594365271" sldId="712"/>
            <ac:spMk id="39" creationId="{8F7AFB9A-7364-478C-B48B-8523CDD9AE8D}"/>
          </ac:spMkLst>
        </pc:spChg>
        <pc:spChg chg="add del">
          <ac:chgData name="bhurasanyam717@gmail.com" userId="b68a030977c80ce8" providerId="Windows Live" clId="Web-{4C8C67CE-361A-474A-84F7-EF89C617F951}" dt="2026-01-29T15:18:41.576" v="95"/>
          <ac:spMkLst>
            <pc:docMk/>
            <pc:sldMk cId="1594365271" sldId="712"/>
            <ac:spMk id="40" creationId="{82095FCE-EF05-4443-B97A-85DEE3A5CA17}"/>
          </ac:spMkLst>
        </pc:spChg>
        <pc:spChg chg="add del">
          <ac:chgData name="bhurasanyam717@gmail.com" userId="b68a030977c80ce8" providerId="Windows Live" clId="Web-{4C8C67CE-361A-474A-84F7-EF89C617F951}" dt="2026-01-29T15:18:41.576" v="95"/>
          <ac:spMkLst>
            <pc:docMk/>
            <pc:sldMk cId="1594365271" sldId="712"/>
            <ac:spMk id="41" creationId="{36678033-86B6-40E6-BE90-78D8ED4E3A31}"/>
          </ac:spMkLst>
        </pc:spChg>
        <pc:spChg chg="add del">
          <ac:chgData name="bhurasanyam717@gmail.com" userId="b68a030977c80ce8" providerId="Windows Live" clId="Web-{4C8C67CE-361A-474A-84F7-EF89C617F951}" dt="2026-01-29T15:18:41.576" v="95"/>
          <ac:spMkLst>
            <pc:docMk/>
            <pc:sldMk cId="1594365271" sldId="712"/>
            <ac:spMk id="42" creationId="{D2542E1A-076E-4A34-BB67-2BF961754E0C}"/>
          </ac:spMkLst>
        </pc:spChg>
        <pc:spChg chg="add del">
          <ac:chgData name="bhurasanyam717@gmail.com" userId="b68a030977c80ce8" providerId="Windows Live" clId="Web-{4C8C67CE-361A-474A-84F7-EF89C617F951}" dt="2026-01-29T15:19:25.638" v="100"/>
          <ac:spMkLst>
            <pc:docMk/>
            <pc:sldMk cId="1594365271" sldId="712"/>
            <ac:spMk id="47" creationId="{84DF55BE-B4AB-4BA1-BDE1-E9F7FB3F110A}"/>
          </ac:spMkLst>
        </pc:spChg>
        <pc:spChg chg="add del">
          <ac:chgData name="bhurasanyam717@gmail.com" userId="b68a030977c80ce8" providerId="Windows Live" clId="Web-{4C8C67CE-361A-474A-84F7-EF89C617F951}" dt="2026-01-29T15:19:22.826" v="97"/>
          <ac:spMkLst>
            <pc:docMk/>
            <pc:sldMk cId="1594365271" sldId="712"/>
            <ac:spMk id="52" creationId="{352BEC0E-22F8-46D0-9632-375DB541B06C}"/>
          </ac:spMkLst>
        </pc:spChg>
        <pc:spChg chg="add del">
          <ac:chgData name="bhurasanyam717@gmail.com" userId="b68a030977c80ce8" providerId="Windows Live" clId="Web-{4C8C67CE-361A-474A-84F7-EF89C617F951}" dt="2026-01-29T15:19:22.826" v="97"/>
          <ac:spMkLst>
            <pc:docMk/>
            <pc:sldMk cId="1594365271" sldId="712"/>
            <ac:spMk id="54" creationId="{3FCFB1DE-0B7E-48CC-BA90-B2AB0889F9D6}"/>
          </ac:spMkLst>
        </pc:spChg>
        <pc:spChg chg="add del">
          <ac:chgData name="bhurasanyam717@gmail.com" userId="b68a030977c80ce8" providerId="Windows Live" clId="Web-{4C8C67CE-361A-474A-84F7-EF89C617F951}" dt="2026-01-29T15:19:25.623" v="99"/>
          <ac:spMkLst>
            <pc:docMk/>
            <pc:sldMk cId="1594365271" sldId="712"/>
            <ac:spMk id="59" creationId="{7E6D2D34-4BB4-460B-8844-027610FB21F5}"/>
          </ac:spMkLst>
        </pc:spChg>
        <pc:spChg chg="add del">
          <ac:chgData name="bhurasanyam717@gmail.com" userId="b68a030977c80ce8" providerId="Windows Live" clId="Web-{4C8C67CE-361A-474A-84F7-EF89C617F951}" dt="2026-01-29T15:20:02.139" v="103"/>
          <ac:spMkLst>
            <pc:docMk/>
            <pc:sldMk cId="1594365271" sldId="712"/>
            <ac:spMk id="62" creationId="{84DF55BE-B4AB-4BA1-BDE1-E9F7FB3F110A}"/>
          </ac:spMkLst>
        </pc:spChg>
        <pc:spChg chg="add del">
          <ac:chgData name="bhurasanyam717@gmail.com" userId="b68a030977c80ce8" providerId="Windows Live" clId="Web-{4C8C67CE-361A-474A-84F7-EF89C617F951}" dt="2026-01-29T15:20:25.092" v="104"/>
          <ac:spMkLst>
            <pc:docMk/>
            <pc:sldMk cId="1594365271" sldId="712"/>
            <ac:spMk id="68" creationId="{04812C46-200A-4DEB-A05E-3ED6C68C2387}"/>
          </ac:spMkLst>
        </pc:spChg>
        <pc:spChg chg="add del">
          <ac:chgData name="bhurasanyam717@gmail.com" userId="b68a030977c80ce8" providerId="Windows Live" clId="Web-{4C8C67CE-361A-474A-84F7-EF89C617F951}" dt="2026-01-29T15:20:25.092" v="104"/>
          <ac:spMkLst>
            <pc:docMk/>
            <pc:sldMk cId="1594365271" sldId="712"/>
            <ac:spMk id="70" creationId="{D1EA859B-E555-4109-94F3-6700E046E008}"/>
          </ac:spMkLst>
        </pc:spChg>
        <pc:grpChg chg="add">
          <ac:chgData name="bhurasanyam717@gmail.com" userId="b68a030977c80ce8" providerId="Windows Live" clId="Web-{4C8C67CE-361A-474A-84F7-EF89C617F951}" dt="2026-01-29T15:17:39.091" v="91"/>
          <ac:grpSpMkLst>
            <pc:docMk/>
            <pc:sldMk cId="1594365271" sldId="712"/>
            <ac:grpSpMk id="21" creationId="{B29018A0-5DE6-4CC9-AB25-675616AF7225}"/>
          </ac:grpSpMkLst>
        </pc:grpChg>
        <pc:grpChg chg="add del">
          <ac:chgData name="bhurasanyam717@gmail.com" userId="b68a030977c80ce8" providerId="Windows Live" clId="Web-{4C8C67CE-361A-474A-84F7-EF89C617F951}" dt="2026-01-29T16:47:55.661" v="430"/>
          <ac:grpSpMkLst>
            <pc:docMk/>
            <pc:sldMk cId="1594365271" sldId="712"/>
            <ac:grpSpMk id="29" creationId="{6258F736-B256-8039-9DC6-F4E49A5C5AD5}"/>
          </ac:grpSpMkLst>
        </pc:grpChg>
        <pc:grpChg chg="add">
          <ac:chgData name="bhurasanyam717@gmail.com" userId="b68a030977c80ce8" providerId="Windows Live" clId="Web-{4C8C67CE-361A-474A-84F7-EF89C617F951}" dt="2026-01-29T16:47:55.661" v="430"/>
          <ac:grpSpMkLst>
            <pc:docMk/>
            <pc:sldMk cId="1594365271" sldId="712"/>
            <ac:grpSpMk id="33" creationId="{6258F736-B256-8039-9DC6-F4E49A5C5AD5}"/>
          </ac:grpSpMkLst>
        </pc:grpChg>
        <pc:grpChg chg="add del">
          <ac:chgData name="bhurasanyam717@gmail.com" userId="b68a030977c80ce8" providerId="Windows Live" clId="Web-{4C8C67CE-361A-474A-84F7-EF89C617F951}" dt="2026-01-29T15:19:25.623" v="99"/>
          <ac:grpSpMkLst>
            <pc:docMk/>
            <pc:sldMk cId="1594365271" sldId="712"/>
            <ac:grpSpMk id="60" creationId="{C5314570-9B06-4D37-8CBD-EDD67C2FA205}"/>
          </ac:grpSpMkLst>
        </pc:grpChg>
        <pc:grpChg chg="add del">
          <ac:chgData name="bhurasanyam717@gmail.com" userId="b68a030977c80ce8" providerId="Windows Live" clId="Web-{4C8C67CE-361A-474A-84F7-EF89C617F951}" dt="2026-01-29T15:23:42.431" v="107"/>
          <ac:grpSpMkLst>
            <pc:docMk/>
            <pc:sldMk cId="1594365271" sldId="712"/>
            <ac:grpSpMk id="75" creationId="{5EFBDE31-BB3E-6CFC-23CD-B5976DA38438}"/>
          </ac:grpSpMkLst>
        </pc:grpChg>
        <pc:picChg chg="del mod">
          <ac:chgData name="bhurasanyam717@gmail.com" userId="b68a030977c80ce8" providerId="Windows Live" clId="Web-{4C8C67CE-361A-474A-84F7-EF89C617F951}" dt="2026-01-29T14:53:37.218" v="35"/>
          <ac:picMkLst>
            <pc:docMk/>
            <pc:sldMk cId="1594365271" sldId="712"/>
            <ac:picMk id="3" creationId="{56456909-70CD-3E5F-8557-2C5BEF9375FB}"/>
          </ac:picMkLst>
        </pc:picChg>
        <pc:picChg chg="add del mod">
          <ac:chgData name="bhurasanyam717@gmail.com" userId="b68a030977c80ce8" providerId="Windows Live" clId="Web-{4C8C67CE-361A-474A-84F7-EF89C617F951}" dt="2026-01-29T15:09:29.957" v="62"/>
          <ac:picMkLst>
            <pc:docMk/>
            <pc:sldMk cId="1594365271" sldId="712"/>
            <ac:picMk id="6" creationId="{D6AED375-9CEE-E369-03DB-B1A6D7B061FB}"/>
          </ac:picMkLst>
        </pc:picChg>
        <pc:picChg chg="del">
          <ac:chgData name="bhurasanyam717@gmail.com" userId="b68a030977c80ce8" providerId="Windows Live" clId="Web-{4C8C67CE-361A-474A-84F7-EF89C617F951}" dt="2026-01-29T14:54:12.750" v="55"/>
          <ac:picMkLst>
            <pc:docMk/>
            <pc:sldMk cId="1594365271" sldId="712"/>
            <ac:picMk id="8" creationId="{AC0371DF-E4E5-61EF-CBB5-1963BB308E2C}"/>
          </ac:picMkLst>
        </pc:picChg>
        <pc:picChg chg="del">
          <ac:chgData name="bhurasanyam717@gmail.com" userId="b68a030977c80ce8" providerId="Windows Live" clId="Web-{4C8C67CE-361A-474A-84F7-EF89C617F951}" dt="2026-01-29T14:54:07.484" v="53"/>
          <ac:picMkLst>
            <pc:docMk/>
            <pc:sldMk cId="1594365271" sldId="712"/>
            <ac:picMk id="9" creationId="{2A48F9D0-8163-85F5-7310-BD7A29750E30}"/>
          </ac:picMkLst>
        </pc:picChg>
        <pc:picChg chg="add del mod ord">
          <ac:chgData name="bhurasanyam717@gmail.com" userId="b68a030977c80ce8" providerId="Windows Live" clId="Web-{4C8C67CE-361A-474A-84F7-EF89C617F951}" dt="2026-01-29T15:19:41.060" v="101"/>
          <ac:picMkLst>
            <pc:docMk/>
            <pc:sldMk cId="1594365271" sldId="712"/>
            <ac:picMk id="10" creationId="{B380ED7E-E9CE-3D95-E6B6-FEF27E598958}"/>
          </ac:picMkLst>
        </pc:picChg>
        <pc:picChg chg="add del mod">
          <ac:chgData name="bhurasanyam717@gmail.com" userId="b68a030977c80ce8" providerId="Windows Live" clId="Web-{4C8C67CE-361A-474A-84F7-EF89C617F951}" dt="2026-01-29T15:15:31.652" v="75"/>
          <ac:picMkLst>
            <pc:docMk/>
            <pc:sldMk cId="1594365271" sldId="712"/>
            <ac:picMk id="12" creationId="{50C669AB-79AA-93C0-9E95-E85CC2E1EEFA}"/>
          </ac:picMkLst>
        </pc:picChg>
        <pc:picChg chg="add del mod ord">
          <ac:chgData name="bhurasanyam717@gmail.com" userId="b68a030977c80ce8" providerId="Windows Live" clId="Web-{4C8C67CE-361A-474A-84F7-EF89C617F951}" dt="2026-01-29T15:19:42.748" v="102"/>
          <ac:picMkLst>
            <pc:docMk/>
            <pc:sldMk cId="1594365271" sldId="712"/>
            <ac:picMk id="14" creationId="{AF3635B3-0A15-01E8-57BB-4CB905771495}"/>
          </ac:picMkLst>
        </pc:picChg>
        <pc:picChg chg="add del mod ord">
          <ac:chgData name="bhurasanyam717@gmail.com" userId="b68a030977c80ce8" providerId="Windows Live" clId="Web-{4C8C67CE-361A-474A-84F7-EF89C617F951}" dt="2026-01-29T15:24:05.854" v="110"/>
          <ac:picMkLst>
            <pc:docMk/>
            <pc:sldMk cId="1594365271" sldId="712"/>
            <ac:picMk id="15" creationId="{8D74CC66-7FC0-289D-C9E2-F21B4D8AE71B}"/>
          </ac:picMkLst>
        </pc:picChg>
        <pc:picChg chg="add del mod">
          <ac:chgData name="bhurasanyam717@gmail.com" userId="b68a030977c80ce8" providerId="Windows Live" clId="Web-{4C8C67CE-361A-474A-84F7-EF89C617F951}" dt="2026-01-29T16:47:36.786" v="428"/>
          <ac:picMkLst>
            <pc:docMk/>
            <pc:sldMk cId="1594365271" sldId="712"/>
            <ac:picMk id="17" creationId="{316986A3-6F1A-3129-D9DB-D22BB7834F50}"/>
          </ac:picMkLst>
        </pc:picChg>
        <pc:picChg chg="add mod">
          <ac:chgData name="bhurasanyam717@gmail.com" userId="b68a030977c80ce8" providerId="Windows Live" clId="Web-{4C8C67CE-361A-474A-84F7-EF89C617F951}" dt="2026-01-29T16:47:55.661" v="430"/>
          <ac:picMkLst>
            <pc:docMk/>
            <pc:sldMk cId="1594365271" sldId="712"/>
            <ac:picMk id="19" creationId="{064C671B-5047-2F2B-56E8-8DEFC6816BA4}"/>
          </ac:picMkLst>
        </pc:picChg>
        <pc:picChg chg="add del">
          <ac:chgData name="bhurasanyam717@gmail.com" userId="b68a030977c80ce8" providerId="Windows Live" clId="Web-{4C8C67CE-361A-474A-84F7-EF89C617F951}" dt="2026-01-29T15:24:13.073" v="112"/>
          <ac:picMkLst>
            <pc:docMk/>
            <pc:sldMk cId="1594365271" sldId="712"/>
            <ac:picMk id="23" creationId="{CE101672-7C23-BAA8-22E3-E48B82F33D50}"/>
          </ac:picMkLst>
        </pc:picChg>
        <pc:picChg chg="add del mod ord">
          <ac:chgData name="bhurasanyam717@gmail.com" userId="b68a030977c80ce8" providerId="Windows Live" clId="Web-{4C8C67CE-361A-474A-84F7-EF89C617F951}" dt="2026-01-29T15:21:16.202" v="105"/>
          <ac:picMkLst>
            <pc:docMk/>
            <pc:sldMk cId="1594365271" sldId="712"/>
            <ac:picMk id="64" creationId="{811754D5-3DDA-3403-88C6-4A1AA25156DC}"/>
          </ac:picMkLst>
        </pc:picChg>
      </pc:sldChg>
      <pc:sldChg chg="addSp delSp modSp">
        <pc:chgData name="bhurasanyam717@gmail.com" userId="b68a030977c80ce8" providerId="Windows Live" clId="Web-{4C8C67CE-361A-474A-84F7-EF89C617F951}" dt="2026-01-29T17:21:28.455" v="569"/>
        <pc:sldMkLst>
          <pc:docMk/>
          <pc:sldMk cId="1953804542" sldId="714"/>
        </pc:sldMkLst>
        <pc:spChg chg="mod">
          <ac:chgData name="bhurasanyam717@gmail.com" userId="b68a030977c80ce8" providerId="Windows Live" clId="Web-{4C8C67CE-361A-474A-84F7-EF89C617F951}" dt="2026-01-29T17:21:28.455" v="569"/>
          <ac:spMkLst>
            <pc:docMk/>
            <pc:sldMk cId="1953804542" sldId="714"/>
            <ac:spMk id="3" creationId="{67B003C9-103A-47E6-D7EB-87D0A8CB5431}"/>
          </ac:spMkLst>
        </pc:spChg>
        <pc:spChg chg="mod">
          <ac:chgData name="bhurasanyam717@gmail.com" userId="b68a030977c80ce8" providerId="Windows Live" clId="Web-{4C8C67CE-361A-474A-84F7-EF89C617F951}" dt="2026-01-29T17:21:04.985" v="567"/>
          <ac:spMkLst>
            <pc:docMk/>
            <pc:sldMk cId="1953804542" sldId="714"/>
            <ac:spMk id="5" creationId="{0C3C0682-5609-6E45-03D5-60B2F314469C}"/>
          </ac:spMkLst>
        </pc:spChg>
        <pc:grpChg chg="add del">
          <ac:chgData name="bhurasanyam717@gmail.com" userId="b68a030977c80ce8" providerId="Windows Live" clId="Web-{4C8C67CE-361A-474A-84F7-EF89C617F951}" dt="2026-01-29T17:21:28.455" v="569"/>
          <ac:grpSpMkLst>
            <pc:docMk/>
            <pc:sldMk cId="1953804542" sldId="714"/>
            <ac:grpSpMk id="31" creationId="{6258F736-B256-8039-9DC6-F4E49A5C5AD5}"/>
          </ac:grpSpMkLst>
        </pc:grpChg>
        <pc:grpChg chg="add">
          <ac:chgData name="bhurasanyam717@gmail.com" userId="b68a030977c80ce8" providerId="Windows Live" clId="Web-{4C8C67CE-361A-474A-84F7-EF89C617F951}" dt="2026-01-29T17:21:28.455" v="569"/>
          <ac:grpSpMkLst>
            <pc:docMk/>
            <pc:sldMk cId="1953804542" sldId="714"/>
            <ac:grpSpMk id="38" creationId="{6258F736-B256-8039-9DC6-F4E49A5C5AD5}"/>
          </ac:grpSpMkLst>
        </pc:grpChg>
        <pc:picChg chg="mod ord">
          <ac:chgData name="bhurasanyam717@gmail.com" userId="b68a030977c80ce8" providerId="Windows Live" clId="Web-{4C8C67CE-361A-474A-84F7-EF89C617F951}" dt="2026-01-29T17:21:04.985" v="567"/>
          <ac:picMkLst>
            <pc:docMk/>
            <pc:sldMk cId="1953804542" sldId="714"/>
            <ac:picMk id="2" creationId="{6A076625-10A7-77D4-5480-B0E8BF2B5C52}"/>
          </ac:picMkLst>
        </pc:picChg>
        <pc:cxnChg chg="del">
          <ac:chgData name="bhurasanyam717@gmail.com" userId="b68a030977c80ce8" providerId="Windows Live" clId="Web-{4C8C67CE-361A-474A-84F7-EF89C617F951}" dt="2026-01-29T17:21:04.985" v="567"/>
          <ac:cxnSpMkLst>
            <pc:docMk/>
            <pc:sldMk cId="1953804542" sldId="714"/>
            <ac:cxnSpMk id="26" creationId="{249EDD1B-F94D-B4E6-ACAA-566B9A26FDE3}"/>
          </ac:cxnSpMkLst>
        </pc:cxnChg>
      </pc:sldChg>
      <pc:sldChg chg="addSp delSp modSp mod setBg">
        <pc:chgData name="bhurasanyam717@gmail.com" userId="b68a030977c80ce8" providerId="Windows Live" clId="Web-{4C8C67CE-361A-474A-84F7-EF89C617F951}" dt="2026-01-29T17:20:54.141" v="565"/>
        <pc:sldMkLst>
          <pc:docMk/>
          <pc:sldMk cId="2332226826" sldId="715"/>
        </pc:sldMkLst>
        <pc:spChg chg="mod">
          <ac:chgData name="bhurasanyam717@gmail.com" userId="b68a030977c80ce8" providerId="Windows Live" clId="Web-{4C8C67CE-361A-474A-84F7-EF89C617F951}" dt="2026-01-29T17:20:54.141" v="565"/>
          <ac:spMkLst>
            <pc:docMk/>
            <pc:sldMk cId="2332226826" sldId="715"/>
            <ac:spMk id="3" creationId="{F6B8DEF2-B7D9-0381-7737-61E0E0792CEB}"/>
          </ac:spMkLst>
        </pc:spChg>
        <pc:spChg chg="mod ord">
          <ac:chgData name="bhurasanyam717@gmail.com" userId="b68a030977c80ce8" providerId="Windows Live" clId="Web-{4C8C67CE-361A-474A-84F7-EF89C617F951}" dt="2026-01-29T17:20:54.141" v="565"/>
          <ac:spMkLst>
            <pc:docMk/>
            <pc:sldMk cId="2332226826" sldId="715"/>
            <ac:spMk id="6" creationId="{6DE7A44D-5EE7-387D-9F21-476355535C30}"/>
          </ac:spMkLst>
        </pc:spChg>
        <pc:grpChg chg="add del">
          <ac:chgData name="bhurasanyam717@gmail.com" userId="b68a030977c80ce8" providerId="Windows Live" clId="Web-{4C8C67CE-361A-474A-84F7-EF89C617F951}" dt="2026-01-29T17:20:54.141" v="565"/>
          <ac:grpSpMkLst>
            <pc:docMk/>
            <pc:sldMk cId="2332226826" sldId="715"/>
            <ac:grpSpMk id="11" creationId="{1FD67D68-9B83-C338-8342-3348D8F22347}"/>
          </ac:grpSpMkLst>
        </pc:grpChg>
        <pc:grpChg chg="add">
          <ac:chgData name="bhurasanyam717@gmail.com" userId="b68a030977c80ce8" providerId="Windows Live" clId="Web-{4C8C67CE-361A-474A-84F7-EF89C617F951}" dt="2026-01-29T17:20:54.141" v="565"/>
          <ac:grpSpMkLst>
            <pc:docMk/>
            <pc:sldMk cId="2332226826" sldId="715"/>
            <ac:grpSpMk id="18" creationId="{6258F736-B256-8039-9DC6-F4E49A5C5AD5}"/>
          </ac:grpSpMkLst>
        </pc:grpChg>
        <pc:picChg chg="mod">
          <ac:chgData name="bhurasanyam717@gmail.com" userId="b68a030977c80ce8" providerId="Windows Live" clId="Web-{4C8C67CE-361A-474A-84F7-EF89C617F951}" dt="2026-01-29T17:20:54.141" v="565"/>
          <ac:picMkLst>
            <pc:docMk/>
            <pc:sldMk cId="2332226826" sldId="715"/>
            <ac:picMk id="5" creationId="{C1E4FC32-C5DA-F1B6-D4CF-5101C94155FF}"/>
          </ac:picMkLst>
        </pc:picChg>
      </pc:sldChg>
      <pc:sldChg chg="addSp delSp modSp mod setBg">
        <pc:chgData name="bhurasanyam717@gmail.com" userId="b68a030977c80ce8" providerId="Windows Live" clId="Web-{4C8C67CE-361A-474A-84F7-EF89C617F951}" dt="2026-01-29T17:20:46.719" v="564"/>
        <pc:sldMkLst>
          <pc:docMk/>
          <pc:sldMk cId="2048740809" sldId="717"/>
        </pc:sldMkLst>
        <pc:spChg chg="mod">
          <ac:chgData name="bhurasanyam717@gmail.com" userId="b68a030977c80ce8" providerId="Windows Live" clId="Web-{4C8C67CE-361A-474A-84F7-EF89C617F951}" dt="2026-01-29T17:20:46.719" v="564"/>
          <ac:spMkLst>
            <pc:docMk/>
            <pc:sldMk cId="2048740809" sldId="717"/>
            <ac:spMk id="2" creationId="{76D25186-E9F1-EB7E-5FD9-18590AEC8E31}"/>
          </ac:spMkLst>
        </pc:spChg>
        <pc:spChg chg="mod ord">
          <ac:chgData name="bhurasanyam717@gmail.com" userId="b68a030977c80ce8" providerId="Windows Live" clId="Web-{4C8C67CE-361A-474A-84F7-EF89C617F951}" dt="2026-01-29T17:20:46.719" v="564"/>
          <ac:spMkLst>
            <pc:docMk/>
            <pc:sldMk cId="2048740809" sldId="717"/>
            <ac:spMk id="3" creationId="{6F5B1CA3-A7C9-23EC-C46C-51BE35722F54}"/>
          </ac:spMkLst>
        </pc:spChg>
        <pc:spChg chg="add del">
          <ac:chgData name="bhurasanyam717@gmail.com" userId="b68a030977c80ce8" providerId="Windows Live" clId="Web-{4C8C67CE-361A-474A-84F7-EF89C617F951}" dt="2026-01-29T16:49:19.709" v="441"/>
          <ac:spMkLst>
            <pc:docMk/>
            <pc:sldMk cId="2048740809" sldId="717"/>
            <ac:spMk id="6" creationId="{2550BE34-C2B8-49B8-8519-67A8CAD51AE9}"/>
          </ac:spMkLst>
        </pc:spChg>
        <pc:spChg chg="add del">
          <ac:chgData name="bhurasanyam717@gmail.com" userId="b68a030977c80ce8" providerId="Windows Live" clId="Web-{4C8C67CE-361A-474A-84F7-EF89C617F951}" dt="2026-01-29T16:49:19.709" v="441"/>
          <ac:spMkLst>
            <pc:docMk/>
            <pc:sldMk cId="2048740809" sldId="717"/>
            <ac:spMk id="7" creationId="{A7457DD9-5A45-400A-AB4B-4B4EDECA25F1}"/>
          </ac:spMkLst>
        </pc:spChg>
        <pc:spChg chg="add del">
          <ac:chgData name="bhurasanyam717@gmail.com" userId="b68a030977c80ce8" providerId="Windows Live" clId="Web-{4C8C67CE-361A-474A-84F7-EF89C617F951}" dt="2026-01-29T14:49:57.476" v="15"/>
          <ac:spMkLst>
            <pc:docMk/>
            <pc:sldMk cId="2048740809" sldId="717"/>
            <ac:spMk id="9" creationId="{2B97F24A-32CE-4C1C-A50D-3016B394DCFB}"/>
          </ac:spMkLst>
        </pc:spChg>
        <pc:spChg chg="add del">
          <ac:chgData name="bhurasanyam717@gmail.com" userId="b68a030977c80ce8" providerId="Windows Live" clId="Web-{4C8C67CE-361A-474A-84F7-EF89C617F951}" dt="2026-01-29T16:49:19.709" v="441"/>
          <ac:spMkLst>
            <pc:docMk/>
            <pc:sldMk cId="2048740809" sldId="717"/>
            <ac:spMk id="10" creationId="{441CF7D6-A660-431A-B0BB-140A0D5556B6}"/>
          </ac:spMkLst>
        </pc:spChg>
        <pc:spChg chg="add del">
          <ac:chgData name="bhurasanyam717@gmail.com" userId="b68a030977c80ce8" providerId="Windows Live" clId="Web-{4C8C67CE-361A-474A-84F7-EF89C617F951}" dt="2026-01-29T14:49:57.476" v="15"/>
          <ac:spMkLst>
            <pc:docMk/>
            <pc:sldMk cId="2048740809" sldId="717"/>
            <ac:spMk id="11" creationId="{CD8B4F24-440B-49E9-B85D-733523DC064B}"/>
          </ac:spMkLst>
        </pc:spChg>
        <pc:spChg chg="add del">
          <ac:chgData name="bhurasanyam717@gmail.com" userId="b68a030977c80ce8" providerId="Windows Live" clId="Web-{4C8C67CE-361A-474A-84F7-EF89C617F951}" dt="2026-01-29T16:49:19.709" v="441"/>
          <ac:spMkLst>
            <pc:docMk/>
            <pc:sldMk cId="2048740809" sldId="717"/>
            <ac:spMk id="12" creationId="{0570A85B-3810-4F95-97B0-CBF4CCDB381C}"/>
          </ac:spMkLst>
        </pc:spChg>
        <pc:spChg chg="add del">
          <ac:chgData name="bhurasanyam717@gmail.com" userId="b68a030977c80ce8" providerId="Windows Live" clId="Web-{4C8C67CE-361A-474A-84F7-EF89C617F951}" dt="2026-01-29T14:50:41.322" v="18"/>
          <ac:spMkLst>
            <pc:docMk/>
            <pc:sldMk cId="2048740809" sldId="717"/>
            <ac:spMk id="13" creationId="{7E0162AD-C6E5-4BF8-A453-76ADB36877D3}"/>
          </ac:spMkLst>
        </pc:spChg>
        <pc:spChg chg="add del">
          <ac:chgData name="bhurasanyam717@gmail.com" userId="b68a030977c80ce8" providerId="Windows Live" clId="Web-{4C8C67CE-361A-474A-84F7-EF89C617F951}" dt="2026-01-29T14:50:41.322" v="18"/>
          <ac:spMkLst>
            <pc:docMk/>
            <pc:sldMk cId="2048740809" sldId="717"/>
            <ac:spMk id="14" creationId="{2596F992-698C-48C0-9D89-70DA4CE927EF}"/>
          </ac:spMkLst>
        </pc:spChg>
        <pc:spChg chg="add del">
          <ac:chgData name="bhurasanyam717@gmail.com" userId="b68a030977c80ce8" providerId="Windows Live" clId="Web-{4C8C67CE-361A-474A-84F7-EF89C617F951}" dt="2026-01-29T14:50:41.322" v="18"/>
          <ac:spMkLst>
            <pc:docMk/>
            <pc:sldMk cId="2048740809" sldId="717"/>
            <ac:spMk id="15" creationId="{E7BFF8DC-0AE7-4AD2-9B28-2E5F26D62C30}"/>
          </ac:spMkLst>
        </pc:spChg>
        <pc:spChg chg="add del">
          <ac:chgData name="bhurasanyam717@gmail.com" userId="b68a030977c80ce8" providerId="Windows Live" clId="Web-{4C8C67CE-361A-474A-84F7-EF89C617F951}" dt="2026-01-29T16:49:46.709" v="444"/>
          <ac:spMkLst>
            <pc:docMk/>
            <pc:sldMk cId="2048740809" sldId="717"/>
            <ac:spMk id="16" creationId="{B082622D-AAF3-4897-8629-FC918530DD86}"/>
          </ac:spMkLst>
        </pc:spChg>
        <pc:spChg chg="add del">
          <ac:chgData name="bhurasanyam717@gmail.com" userId="b68a030977c80ce8" providerId="Windows Live" clId="Web-{4C8C67CE-361A-474A-84F7-EF89C617F951}" dt="2026-01-29T16:49:46.709" v="444"/>
          <ac:spMkLst>
            <pc:docMk/>
            <pc:sldMk cId="2048740809" sldId="717"/>
            <ac:spMk id="17" creationId="{A7457DD9-5A45-400A-AB4B-4B4EDECA25F1}"/>
          </ac:spMkLst>
        </pc:spChg>
        <pc:spChg chg="add del">
          <ac:chgData name="bhurasanyam717@gmail.com" userId="b68a030977c80ce8" providerId="Windows Live" clId="Web-{4C8C67CE-361A-474A-84F7-EF89C617F951}" dt="2026-01-29T16:49:46.709" v="444"/>
          <ac:spMkLst>
            <pc:docMk/>
            <pc:sldMk cId="2048740809" sldId="717"/>
            <ac:spMk id="18" creationId="{441CF7D6-A660-431A-B0BB-140A0D5556B6}"/>
          </ac:spMkLst>
        </pc:spChg>
        <pc:spChg chg="add del">
          <ac:chgData name="bhurasanyam717@gmail.com" userId="b68a030977c80ce8" providerId="Windows Live" clId="Web-{4C8C67CE-361A-474A-84F7-EF89C617F951}" dt="2026-01-29T16:49:46.709" v="444"/>
          <ac:spMkLst>
            <pc:docMk/>
            <pc:sldMk cId="2048740809" sldId="717"/>
            <ac:spMk id="19" creationId="{0570A85B-3810-4F95-97B0-CBF4CCDB381C}"/>
          </ac:spMkLst>
        </pc:spChg>
        <pc:spChg chg="add del">
          <ac:chgData name="bhurasanyam717@gmail.com" userId="b68a030977c80ce8" providerId="Windows Live" clId="Web-{4C8C67CE-361A-474A-84F7-EF89C617F951}" dt="2026-01-29T17:20:46.719" v="564"/>
          <ac:spMkLst>
            <pc:docMk/>
            <pc:sldMk cId="2048740809" sldId="717"/>
            <ac:spMk id="24" creationId="{73C994B4-9721-4148-9EEC-6793CECDE8DD}"/>
          </ac:spMkLst>
        </pc:spChg>
        <pc:spChg chg="add del">
          <ac:chgData name="bhurasanyam717@gmail.com" userId="b68a030977c80ce8" providerId="Windows Live" clId="Web-{4C8C67CE-361A-474A-84F7-EF89C617F951}" dt="2026-01-29T17:20:46.719" v="564"/>
          <ac:spMkLst>
            <pc:docMk/>
            <pc:sldMk cId="2048740809" sldId="717"/>
            <ac:spMk id="26" creationId="{F9D95E49-763A-4886-B038-82F734740554}"/>
          </ac:spMkLst>
        </pc:spChg>
        <pc:spChg chg="add del">
          <ac:chgData name="bhurasanyam717@gmail.com" userId="b68a030977c80ce8" providerId="Windows Live" clId="Web-{4C8C67CE-361A-474A-84F7-EF89C617F951}" dt="2026-01-29T17:20:46.719" v="564"/>
          <ac:spMkLst>
            <pc:docMk/>
            <pc:sldMk cId="2048740809" sldId="717"/>
            <ac:spMk id="28" creationId="{05AD3998-CF72-48F6-90B8-F03F9C98A828}"/>
          </ac:spMkLst>
        </pc:spChg>
        <pc:spChg chg="add del">
          <ac:chgData name="bhurasanyam717@gmail.com" userId="b68a030977c80ce8" providerId="Windows Live" clId="Web-{4C8C67CE-361A-474A-84F7-EF89C617F951}" dt="2026-01-29T17:20:46.719" v="564"/>
          <ac:spMkLst>
            <pc:docMk/>
            <pc:sldMk cId="2048740809" sldId="717"/>
            <ac:spMk id="34" creationId="{12B7D5BF-766A-4865-A35F-7AF824483681}"/>
          </ac:spMkLst>
        </pc:spChg>
        <pc:grpChg chg="add">
          <ac:chgData name="bhurasanyam717@gmail.com" userId="b68a030977c80ce8" providerId="Windows Live" clId="Web-{4C8C67CE-361A-474A-84F7-EF89C617F951}" dt="2026-01-29T17:20:46.719" v="564"/>
          <ac:grpSpMkLst>
            <pc:docMk/>
            <pc:sldMk cId="2048740809" sldId="717"/>
            <ac:grpSpMk id="39" creationId="{6258F736-B256-8039-9DC6-F4E49A5C5AD5}"/>
          </ac:grpSpMkLst>
        </pc:grpChg>
        <pc:picChg chg="mod ord">
          <ac:chgData name="bhurasanyam717@gmail.com" userId="b68a030977c80ce8" providerId="Windows Live" clId="Web-{4C8C67CE-361A-474A-84F7-EF89C617F951}" dt="2026-01-29T17:20:46.719" v="564"/>
          <ac:picMkLst>
            <pc:docMk/>
            <pc:sldMk cId="2048740809" sldId="717"/>
            <ac:picMk id="4" creationId="{AC07FD76-E4FE-E285-0964-77395F81E879}"/>
          </ac:picMkLst>
        </pc:picChg>
        <pc:cxnChg chg="del">
          <ac:chgData name="bhurasanyam717@gmail.com" userId="b68a030977c80ce8" providerId="Windows Live" clId="Web-{4C8C67CE-361A-474A-84F7-EF89C617F951}" dt="2026-01-29T17:20:46.719" v="564"/>
          <ac:cxnSpMkLst>
            <pc:docMk/>
            <pc:sldMk cId="2048740809" sldId="717"/>
            <ac:cxnSpMk id="30" creationId="{F085D7B9-E066-4923-8CB7-294BF306296A}"/>
          </ac:cxnSpMkLst>
        </pc:cxnChg>
        <pc:cxnChg chg="del">
          <ac:chgData name="bhurasanyam717@gmail.com" userId="b68a030977c80ce8" providerId="Windows Live" clId="Web-{4C8C67CE-361A-474A-84F7-EF89C617F951}" dt="2026-01-29T17:20:46.719" v="564"/>
          <ac:cxnSpMkLst>
            <pc:docMk/>
            <pc:sldMk cId="2048740809" sldId="717"/>
            <ac:cxnSpMk id="32" creationId="{25443840-A796-4C43-8DC1-1B738EFEC522}"/>
          </ac:cxnSpMkLst>
        </pc:cxnChg>
      </pc:sldChg>
      <pc:sldChg chg="addSp delSp modSp del mod setBg">
        <pc:chgData name="bhurasanyam717@gmail.com" userId="b68a030977c80ce8" providerId="Windows Live" clId="Web-{4C8C67CE-361A-474A-84F7-EF89C617F951}" dt="2026-01-29T16:46:18.113" v="427"/>
        <pc:sldMkLst>
          <pc:docMk/>
          <pc:sldMk cId="1365846446" sldId="718"/>
        </pc:sldMkLst>
        <pc:spChg chg="del">
          <ac:chgData name="bhurasanyam717@gmail.com" userId="b68a030977c80ce8" providerId="Windows Live" clId="Web-{4C8C67CE-361A-474A-84F7-EF89C617F951}" dt="2026-01-29T14:39:23.901" v="0"/>
          <ac:spMkLst>
            <pc:docMk/>
            <pc:sldMk cId="1365846446" sldId="718"/>
            <ac:spMk id="2" creationId="{A3355B41-AB1A-5B3E-9BA6-052BB0FD6E23}"/>
          </ac:spMkLst>
        </pc:spChg>
        <pc:spChg chg="add mod">
          <ac:chgData name="bhurasanyam717@gmail.com" userId="b68a030977c80ce8" providerId="Windows Live" clId="Web-{4C8C67CE-361A-474A-84F7-EF89C617F951}" dt="2026-01-29T14:51:54.606" v="21"/>
          <ac:spMkLst>
            <pc:docMk/>
            <pc:sldMk cId="1365846446" sldId="718"/>
            <ac:spMk id="51" creationId="{A9BFCC30-5BF3-CD79-74C0-3965BC37340C}"/>
          </ac:spMkLst>
        </pc:spChg>
        <pc:spChg chg="add mod">
          <ac:chgData name="bhurasanyam717@gmail.com" userId="b68a030977c80ce8" providerId="Windows Live" clId="Web-{4C8C67CE-361A-474A-84F7-EF89C617F951}" dt="2026-01-29T14:51:54.606" v="21"/>
          <ac:spMkLst>
            <pc:docMk/>
            <pc:sldMk cId="1365846446" sldId="718"/>
            <ac:spMk id="75" creationId="{5BCBAB71-E0CE-322D-4B20-DDA6F42A2EB0}"/>
          </ac:spMkLst>
        </pc:spChg>
        <pc:grpChg chg="add del">
          <ac:chgData name="bhurasanyam717@gmail.com" userId="b68a030977c80ce8" providerId="Windows Live" clId="Web-{4C8C67CE-361A-474A-84F7-EF89C617F951}" dt="2026-01-29T14:51:54.606" v="21"/>
          <ac:grpSpMkLst>
            <pc:docMk/>
            <pc:sldMk cId="1365846446" sldId="718"/>
            <ac:grpSpMk id="91" creationId="{114ED94A-C85D-4CD3-4205-438D21CE6B38}"/>
          </ac:grpSpMkLst>
        </pc:grpChg>
        <pc:graphicFrameChg chg="del">
          <ac:chgData name="bhurasanyam717@gmail.com" userId="b68a030977c80ce8" providerId="Windows Live" clId="Web-{4C8C67CE-361A-474A-84F7-EF89C617F951}" dt="2026-01-29T14:39:55.542" v="7"/>
          <ac:graphicFrameMkLst>
            <pc:docMk/>
            <pc:sldMk cId="1365846446" sldId="718"/>
            <ac:graphicFrameMk id="5" creationId="{60AA2BB7-97F7-54A3-96C0-91E65F598AD4}"/>
          </ac:graphicFrameMkLst>
        </pc:graphicFrameChg>
        <pc:picChg chg="add mod">
          <ac:chgData name="bhurasanyam717@gmail.com" userId="b68a030977c80ce8" providerId="Windows Live" clId="Web-{4C8C67CE-361A-474A-84F7-EF89C617F951}" dt="2026-01-29T14:51:54.606" v="21"/>
          <ac:picMkLst>
            <pc:docMk/>
            <pc:sldMk cId="1365846446" sldId="718"/>
            <ac:picMk id="76" creationId="{21866452-AE7C-9487-050D-5F0A895C7E81}"/>
          </ac:picMkLst>
        </pc:picChg>
        <pc:cxnChg chg="add del">
          <ac:chgData name="bhurasanyam717@gmail.com" userId="b68a030977c80ce8" providerId="Windows Live" clId="Web-{4C8C67CE-361A-474A-84F7-EF89C617F951}" dt="2026-01-29T14:50:58.432" v="19"/>
          <ac:cxnSpMkLst>
            <pc:docMk/>
            <pc:sldMk cId="1365846446" sldId="718"/>
            <ac:cxnSpMk id="81" creationId="{FC23E3B9-5ABF-58B3-E2B0-E9A5DAA90037}"/>
          </ac:cxnSpMkLst>
        </pc:cxnChg>
        <pc:cxnChg chg="add del">
          <ac:chgData name="bhurasanyam717@gmail.com" userId="b68a030977c80ce8" providerId="Windows Live" clId="Web-{4C8C67CE-361A-474A-84F7-EF89C617F951}" dt="2026-01-29T14:51:36.308" v="20"/>
          <ac:cxnSpMkLst>
            <pc:docMk/>
            <pc:sldMk cId="1365846446" sldId="718"/>
            <ac:cxnSpMk id="86" creationId="{FC23E3B9-5ABF-58B3-E2B0-E9A5DAA90037}"/>
          </ac:cxnSpMkLst>
        </pc:cxnChg>
        <pc:cxnChg chg="add">
          <ac:chgData name="bhurasanyam717@gmail.com" userId="b68a030977c80ce8" providerId="Windows Live" clId="Web-{4C8C67CE-361A-474A-84F7-EF89C617F951}" dt="2026-01-29T14:51:54.606" v="21"/>
          <ac:cxnSpMkLst>
            <pc:docMk/>
            <pc:sldMk cId="1365846446" sldId="718"/>
            <ac:cxnSpMk id="100" creationId="{FC23E3B9-5ABF-58B3-E2B0-E9A5DAA90037}"/>
          </ac:cxnSpMkLst>
        </pc:cxnChg>
      </pc:sldChg>
      <pc:sldChg chg="addSp delSp modSp mod setBg">
        <pc:chgData name="bhurasanyam717@gmail.com" userId="b68a030977c80ce8" providerId="Windows Live" clId="Web-{4C8C67CE-361A-474A-84F7-EF89C617F951}" dt="2026-01-29T16:57:12.480" v="461" actId="20577"/>
        <pc:sldMkLst>
          <pc:docMk/>
          <pc:sldMk cId="3768834809" sldId="720"/>
        </pc:sldMkLst>
        <pc:spChg chg="add mod">
          <ac:chgData name="bhurasanyam717@gmail.com" userId="b68a030977c80ce8" providerId="Windows Live" clId="Web-{4C8C67CE-361A-474A-84F7-EF89C617F951}" dt="2026-01-29T16:56:20.667" v="449" actId="1076"/>
          <ac:spMkLst>
            <pc:docMk/>
            <pc:sldMk cId="3768834809" sldId="720"/>
            <ac:spMk id="2" creationId="{96455F81-BF72-CDB7-294D-9C41660A8395}"/>
          </ac:spMkLst>
        </pc:spChg>
        <pc:spChg chg="mod">
          <ac:chgData name="bhurasanyam717@gmail.com" userId="b68a030977c80ce8" providerId="Windows Live" clId="Web-{4C8C67CE-361A-474A-84F7-EF89C617F951}" dt="2026-01-29T16:57:12.480" v="461" actId="20577"/>
          <ac:spMkLst>
            <pc:docMk/>
            <pc:sldMk cId="3768834809" sldId="720"/>
            <ac:spMk id="4" creationId="{AB5C9834-EC65-CA9A-5462-B7994D9B1136}"/>
          </ac:spMkLst>
        </pc:spChg>
        <pc:spChg chg="del mod">
          <ac:chgData name="bhurasanyam717@gmail.com" userId="b68a030977c80ce8" providerId="Windows Live" clId="Web-{4C8C67CE-361A-474A-84F7-EF89C617F951}" dt="2026-01-29T15:44:56.810" v="179"/>
          <ac:spMkLst>
            <pc:docMk/>
            <pc:sldMk cId="3768834809" sldId="720"/>
            <ac:spMk id="12" creationId="{BF991F52-B735-DE39-1F46-686BD60FD9CB}"/>
          </ac:spMkLst>
        </pc:spChg>
        <pc:spChg chg="del mod">
          <ac:chgData name="bhurasanyam717@gmail.com" userId="b68a030977c80ce8" providerId="Windows Live" clId="Web-{4C8C67CE-361A-474A-84F7-EF89C617F951}" dt="2026-01-29T15:44:56.810" v="178"/>
          <ac:spMkLst>
            <pc:docMk/>
            <pc:sldMk cId="3768834809" sldId="720"/>
            <ac:spMk id="15" creationId="{D303BFDB-F620-6263-1AF6-E246BC66FA3B}"/>
          </ac:spMkLst>
        </pc:spChg>
        <pc:grpChg chg="add">
          <ac:chgData name="bhurasanyam717@gmail.com" userId="b68a030977c80ce8" providerId="Windows Live" clId="Web-{4C8C67CE-361A-474A-84F7-EF89C617F951}" dt="2026-01-29T15:48:32.096" v="186"/>
          <ac:grpSpMkLst>
            <pc:docMk/>
            <pc:sldMk cId="3768834809" sldId="720"/>
            <ac:grpSpMk id="6" creationId="{6258F736-B256-8039-9DC6-F4E49A5C5AD5}"/>
          </ac:grpSpMkLst>
        </pc:grpChg>
        <pc:picChg chg="add mod">
          <ac:chgData name="bhurasanyam717@gmail.com" userId="b68a030977c80ce8" providerId="Windows Live" clId="Web-{4C8C67CE-361A-474A-84F7-EF89C617F951}" dt="2026-01-29T15:48:32.096" v="186"/>
          <ac:picMkLst>
            <pc:docMk/>
            <pc:sldMk cId="3768834809" sldId="720"/>
            <ac:picMk id="3" creationId="{C7D554B7-E89A-BE61-C3C5-6BA25B4056DC}"/>
          </ac:picMkLst>
        </pc:picChg>
        <pc:picChg chg="del">
          <ac:chgData name="bhurasanyam717@gmail.com" userId="b68a030977c80ce8" providerId="Windows Live" clId="Web-{4C8C67CE-361A-474A-84F7-EF89C617F951}" dt="2026-01-29T15:44:46.950" v="172"/>
          <ac:picMkLst>
            <pc:docMk/>
            <pc:sldMk cId="3768834809" sldId="720"/>
            <ac:picMk id="9" creationId="{E2999620-1350-CE74-CEAD-76E1343FF50A}"/>
          </ac:picMkLst>
        </pc:picChg>
        <pc:picChg chg="del">
          <ac:chgData name="bhurasanyam717@gmail.com" userId="b68a030977c80ce8" providerId="Windows Live" clId="Web-{4C8C67CE-361A-474A-84F7-EF89C617F951}" dt="2026-01-29T15:44:48.732" v="173"/>
          <ac:picMkLst>
            <pc:docMk/>
            <pc:sldMk cId="3768834809" sldId="720"/>
            <ac:picMk id="10" creationId="{1EF4E432-766F-2DFD-80C1-08E44B9CB030}"/>
          </ac:picMkLst>
        </pc:picChg>
      </pc:sldChg>
      <pc:sldChg chg="addSp delSp modSp mod setBg">
        <pc:chgData name="bhurasanyam717@gmail.com" userId="b68a030977c80ce8" providerId="Windows Live" clId="Web-{4C8C67CE-361A-474A-84F7-EF89C617F951}" dt="2026-01-29T16:10:21.804" v="296"/>
        <pc:sldMkLst>
          <pc:docMk/>
          <pc:sldMk cId="2347844839" sldId="722"/>
        </pc:sldMkLst>
        <pc:spChg chg="del">
          <ac:chgData name="bhurasanyam717@gmail.com" userId="b68a030977c80ce8" providerId="Windows Live" clId="Web-{4C8C67CE-361A-474A-84F7-EF89C617F951}" dt="2026-01-29T16:06:00.268" v="247"/>
          <ac:spMkLst>
            <pc:docMk/>
            <pc:sldMk cId="2347844839" sldId="722"/>
            <ac:spMk id="2" creationId="{634C1B2E-62AC-45C4-0EA3-794AD37443F6}"/>
          </ac:spMkLst>
        </pc:spChg>
        <pc:spChg chg="del mod">
          <ac:chgData name="bhurasanyam717@gmail.com" userId="b68a030977c80ce8" providerId="Windows Live" clId="Web-{4C8C67CE-361A-474A-84F7-EF89C617F951}" dt="2026-01-29T16:06:31.831" v="254"/>
          <ac:spMkLst>
            <pc:docMk/>
            <pc:sldMk cId="2347844839" sldId="722"/>
            <ac:spMk id="3" creationId="{EC38D19B-C46F-8237-3142-59B183C78EA6}"/>
          </ac:spMkLst>
        </pc:spChg>
        <pc:spChg chg="add mod">
          <ac:chgData name="bhurasanyam717@gmail.com" userId="b68a030977c80ce8" providerId="Windows Live" clId="Web-{4C8C67CE-361A-474A-84F7-EF89C617F951}" dt="2026-01-29T16:10:21.804" v="296"/>
          <ac:spMkLst>
            <pc:docMk/>
            <pc:sldMk cId="2347844839" sldId="722"/>
            <ac:spMk id="5" creationId="{CB5901E7-31D3-5B48-198B-3D1F61D31645}"/>
          </ac:spMkLst>
        </pc:spChg>
        <pc:spChg chg="add del mod">
          <ac:chgData name="bhurasanyam717@gmail.com" userId="b68a030977c80ce8" providerId="Windows Live" clId="Web-{4C8C67CE-361A-474A-84F7-EF89C617F951}" dt="2026-01-29T16:06:31.784" v="253"/>
          <ac:spMkLst>
            <pc:docMk/>
            <pc:sldMk cId="2347844839" sldId="722"/>
            <ac:spMk id="6" creationId="{D5FA3D07-F291-78EF-8853-452B7E7B392F}"/>
          </ac:spMkLst>
        </pc:spChg>
        <pc:spChg chg="add del mod">
          <ac:chgData name="bhurasanyam717@gmail.com" userId="b68a030977c80ce8" providerId="Windows Live" clId="Web-{4C8C67CE-361A-474A-84F7-EF89C617F951}" dt="2026-01-29T16:09:52.007" v="287"/>
          <ac:spMkLst>
            <pc:docMk/>
            <pc:sldMk cId="2347844839" sldId="722"/>
            <ac:spMk id="8" creationId="{9E7C0027-3BFC-1BDE-7A3C-21F8B83D69D8}"/>
          </ac:spMkLst>
        </pc:spChg>
        <pc:spChg chg="add mod">
          <ac:chgData name="bhurasanyam717@gmail.com" userId="b68a030977c80ce8" providerId="Windows Live" clId="Web-{4C8C67CE-361A-474A-84F7-EF89C617F951}" dt="2026-01-29T16:10:21.804" v="296"/>
          <ac:spMkLst>
            <pc:docMk/>
            <pc:sldMk cId="2347844839" sldId="722"/>
            <ac:spMk id="9" creationId="{E598A607-76C8-D0D6-FEBA-C6AD357ACB81}"/>
          </ac:spMkLst>
        </pc:spChg>
        <pc:spChg chg="add del">
          <ac:chgData name="bhurasanyam717@gmail.com" userId="b68a030977c80ce8" providerId="Windows Live" clId="Web-{4C8C67CE-361A-474A-84F7-EF89C617F951}" dt="2026-01-29T16:10:08.523" v="291"/>
          <ac:spMkLst>
            <pc:docMk/>
            <pc:sldMk cId="2347844839" sldId="722"/>
            <ac:spMk id="15" creationId="{66E48AFA-8884-4F68-A44F-D2C1E8609C5A}"/>
          </ac:spMkLst>
        </pc:spChg>
        <pc:spChg chg="add del">
          <ac:chgData name="bhurasanyam717@gmail.com" userId="b68a030977c80ce8" providerId="Windows Live" clId="Web-{4C8C67CE-361A-474A-84F7-EF89C617F951}" dt="2026-01-29T16:10:08.523" v="291"/>
          <ac:spMkLst>
            <pc:docMk/>
            <pc:sldMk cId="2347844839" sldId="722"/>
            <ac:spMk id="17" creationId="{969D19A6-08CB-498C-93EC-3FFB021FC68A}"/>
          </ac:spMkLst>
        </pc:spChg>
        <pc:grpChg chg="add del">
          <ac:chgData name="bhurasanyam717@gmail.com" userId="b68a030977c80ce8" providerId="Windows Live" clId="Web-{4C8C67CE-361A-474A-84F7-EF89C617F951}" dt="2026-01-29T16:10:18.960" v="293"/>
          <ac:grpSpMkLst>
            <pc:docMk/>
            <pc:sldMk cId="2347844839" sldId="722"/>
            <ac:grpSpMk id="19" creationId="{6258F736-B256-8039-9DC6-F4E49A5C5AD5}"/>
          </ac:grpSpMkLst>
        </pc:grpChg>
        <pc:grpChg chg="add">
          <ac:chgData name="bhurasanyam717@gmail.com" userId="b68a030977c80ce8" providerId="Windows Live" clId="Web-{4C8C67CE-361A-474A-84F7-EF89C617F951}" dt="2026-01-29T16:10:21.804" v="296"/>
          <ac:grpSpMkLst>
            <pc:docMk/>
            <pc:sldMk cId="2347844839" sldId="722"/>
            <ac:grpSpMk id="24" creationId="{6258F736-B256-8039-9DC6-F4E49A5C5AD5}"/>
          </ac:grpSpMkLst>
        </pc:grpChg>
        <pc:picChg chg="add mod ord">
          <ac:chgData name="bhurasanyam717@gmail.com" userId="b68a030977c80ce8" providerId="Windows Live" clId="Web-{4C8C67CE-361A-474A-84F7-EF89C617F951}" dt="2026-01-29T16:10:21.804" v="296"/>
          <ac:picMkLst>
            <pc:docMk/>
            <pc:sldMk cId="2347844839" sldId="722"/>
            <ac:picMk id="10" creationId="{92B8837A-57D0-8166-E751-9B661A5D00D1}"/>
          </ac:picMkLst>
        </pc:picChg>
        <pc:cxnChg chg="add del">
          <ac:chgData name="bhurasanyam717@gmail.com" userId="b68a030977c80ce8" providerId="Windows Live" clId="Web-{4C8C67CE-361A-474A-84F7-EF89C617F951}" dt="2026-01-29T16:10:21.788" v="295"/>
          <ac:cxnSpMkLst>
            <pc:docMk/>
            <pc:sldMk cId="2347844839" sldId="722"/>
            <ac:cxnSpMk id="22" creationId="{37C77032-C865-6057-7D7A-E2743CFA20F9}"/>
          </ac:cxnSpMkLst>
        </pc:cxnChg>
      </pc:sldChg>
      <pc:sldChg chg="addSp delSp modSp">
        <pc:chgData name="bhurasanyam717@gmail.com" userId="b68a030977c80ce8" providerId="Windows Live" clId="Web-{4C8C67CE-361A-474A-84F7-EF89C617F951}" dt="2026-01-29T16:38:32.701" v="373"/>
        <pc:sldMkLst>
          <pc:docMk/>
          <pc:sldMk cId="2501376622" sldId="723"/>
        </pc:sldMkLst>
        <pc:spChg chg="del mod">
          <ac:chgData name="bhurasanyam717@gmail.com" userId="b68a030977c80ce8" providerId="Windows Live" clId="Web-{4C8C67CE-361A-474A-84F7-EF89C617F951}" dt="2026-01-29T16:36:10.699" v="352"/>
          <ac:spMkLst>
            <pc:docMk/>
            <pc:sldMk cId="2501376622" sldId="723"/>
            <ac:spMk id="2" creationId="{71B5CEB4-6AD3-142A-AB9D-1ED489B5BB77}"/>
          </ac:spMkLst>
        </pc:spChg>
        <pc:spChg chg="mod">
          <ac:chgData name="bhurasanyam717@gmail.com" userId="b68a030977c80ce8" providerId="Windows Live" clId="Web-{4C8C67CE-361A-474A-84F7-EF89C617F951}" dt="2026-01-29T16:38:29.341" v="372" actId="20577"/>
          <ac:spMkLst>
            <pc:docMk/>
            <pc:sldMk cId="2501376622" sldId="723"/>
            <ac:spMk id="3" creationId="{21A3AEE3-589E-FE37-1CBF-DF93CD92504D}"/>
          </ac:spMkLst>
        </pc:spChg>
        <pc:spChg chg="add mod">
          <ac:chgData name="bhurasanyam717@gmail.com" userId="b68a030977c80ce8" providerId="Windows Live" clId="Web-{4C8C67CE-361A-474A-84F7-EF89C617F951}" dt="2026-01-29T16:37:57.497" v="370" actId="20577"/>
          <ac:spMkLst>
            <pc:docMk/>
            <pc:sldMk cId="2501376622" sldId="723"/>
            <ac:spMk id="5" creationId="{250246CF-8ACB-A423-1DC6-C6C476BB068F}"/>
          </ac:spMkLst>
        </pc:spChg>
        <pc:picChg chg="del">
          <ac:chgData name="bhurasanyam717@gmail.com" userId="b68a030977c80ce8" providerId="Windows Live" clId="Web-{4C8C67CE-361A-474A-84F7-EF89C617F951}" dt="2026-01-29T16:38:32.701" v="373"/>
          <ac:picMkLst>
            <pc:docMk/>
            <pc:sldMk cId="2501376622" sldId="723"/>
            <ac:picMk id="9220" creationId="{0E7A74B5-DC87-68D9-D1F6-BA29854025F2}"/>
          </ac:picMkLst>
        </pc:picChg>
      </pc:sldChg>
      <pc:sldChg chg="modSp">
        <pc:chgData name="bhurasanyam717@gmail.com" userId="b68a030977c80ce8" providerId="Windows Live" clId="Web-{4C8C67CE-361A-474A-84F7-EF89C617F951}" dt="2026-01-29T16:34:35.793" v="351" actId="20577"/>
        <pc:sldMkLst>
          <pc:docMk/>
          <pc:sldMk cId="3849248163" sldId="725"/>
        </pc:sldMkLst>
        <pc:spChg chg="mod">
          <ac:chgData name="bhurasanyam717@gmail.com" userId="b68a030977c80ce8" providerId="Windows Live" clId="Web-{4C8C67CE-361A-474A-84F7-EF89C617F951}" dt="2026-01-29T16:34:35.793" v="351" actId="20577"/>
          <ac:spMkLst>
            <pc:docMk/>
            <pc:sldMk cId="3849248163" sldId="725"/>
            <ac:spMk id="3" creationId="{5F1F338D-0322-5074-5DAC-E4859F61160F}"/>
          </ac:spMkLst>
        </pc:spChg>
      </pc:sldChg>
      <pc:sldChg chg="addSp delSp modSp mod setBg">
        <pc:chgData name="bhurasanyam717@gmail.com" userId="b68a030977c80ce8" providerId="Windows Live" clId="Web-{4C8C67CE-361A-474A-84F7-EF89C617F951}" dt="2026-01-29T17:20:25.812" v="563"/>
        <pc:sldMkLst>
          <pc:docMk/>
          <pc:sldMk cId="1162117681" sldId="726"/>
        </pc:sldMkLst>
        <pc:spChg chg="add mod ord">
          <ac:chgData name="bhurasanyam717@gmail.com" userId="b68a030977c80ce8" providerId="Windows Live" clId="Web-{4C8C67CE-361A-474A-84F7-EF89C617F951}" dt="2026-01-29T17:20:25.812" v="563"/>
          <ac:spMkLst>
            <pc:docMk/>
            <pc:sldMk cId="1162117681" sldId="726"/>
            <ac:spMk id="2" creationId="{75BB814B-844F-761D-215B-ED05576393A1}"/>
          </ac:spMkLst>
        </pc:spChg>
        <pc:spChg chg="mod">
          <ac:chgData name="bhurasanyam717@gmail.com" userId="b68a030977c80ce8" providerId="Windows Live" clId="Web-{4C8C67CE-361A-474A-84F7-EF89C617F951}" dt="2026-01-29T17:20:25.812" v="563"/>
          <ac:spMkLst>
            <pc:docMk/>
            <pc:sldMk cId="1162117681" sldId="726"/>
            <ac:spMk id="4" creationId="{250397E8-717C-0104-8F2C-8C7A09C4D472}"/>
          </ac:spMkLst>
        </pc:spChg>
        <pc:spChg chg="del mod">
          <ac:chgData name="bhurasanyam717@gmail.com" userId="b68a030977c80ce8" providerId="Windows Live" clId="Web-{4C8C67CE-361A-474A-84F7-EF89C617F951}" dt="2026-01-29T15:59:19.907" v="241"/>
          <ac:spMkLst>
            <pc:docMk/>
            <pc:sldMk cId="1162117681" sldId="726"/>
            <ac:spMk id="7" creationId="{FC87D39C-DCD2-6A9F-26D7-E9DBE4E42DCA}"/>
          </ac:spMkLst>
        </pc:spChg>
        <pc:spChg chg="del mod">
          <ac:chgData name="bhurasanyam717@gmail.com" userId="b68a030977c80ce8" providerId="Windows Live" clId="Web-{4C8C67CE-361A-474A-84F7-EF89C617F951}" dt="2026-01-29T15:59:19.907" v="242"/>
          <ac:spMkLst>
            <pc:docMk/>
            <pc:sldMk cId="1162117681" sldId="726"/>
            <ac:spMk id="12" creationId="{4D51DE94-C824-38F0-0255-C5713E4F4980}"/>
          </ac:spMkLst>
        </pc:spChg>
        <pc:grpChg chg="add del">
          <ac:chgData name="bhurasanyam717@gmail.com" userId="b68a030977c80ce8" providerId="Windows Live" clId="Web-{4C8C67CE-361A-474A-84F7-EF89C617F951}" dt="2026-01-29T17:20:17.046" v="558"/>
          <ac:grpSpMkLst>
            <pc:docMk/>
            <pc:sldMk cId="1162117681" sldId="726"/>
            <ac:grpSpMk id="14" creationId="{E4A41B9E-A0C8-F78B-E5B6-A0D02D8810B5}"/>
          </ac:grpSpMkLst>
        </pc:grpChg>
        <pc:grpChg chg="add del">
          <ac:chgData name="bhurasanyam717@gmail.com" userId="b68a030977c80ce8" providerId="Windows Live" clId="Web-{4C8C67CE-361A-474A-84F7-EF89C617F951}" dt="2026-01-29T17:20:19.890" v="560"/>
          <ac:grpSpMkLst>
            <pc:docMk/>
            <pc:sldMk cId="1162117681" sldId="726"/>
            <ac:grpSpMk id="19" creationId="{114ED94A-C85D-4CD3-4205-438D21CE6B38}"/>
          </ac:grpSpMkLst>
        </pc:grpChg>
        <pc:grpChg chg="add del">
          <ac:chgData name="bhurasanyam717@gmail.com" userId="b68a030977c80ce8" providerId="Windows Live" clId="Web-{4C8C67CE-361A-474A-84F7-EF89C617F951}" dt="2026-01-29T17:20:25.797" v="562"/>
          <ac:grpSpMkLst>
            <pc:docMk/>
            <pc:sldMk cId="1162117681" sldId="726"/>
            <ac:grpSpMk id="21" creationId="{31C49F18-8757-4E87-5C2E-9D6D7B82BA3B}"/>
          </ac:grpSpMkLst>
        </pc:grpChg>
        <pc:grpChg chg="add">
          <ac:chgData name="bhurasanyam717@gmail.com" userId="b68a030977c80ce8" providerId="Windows Live" clId="Web-{4C8C67CE-361A-474A-84F7-EF89C617F951}" dt="2026-01-29T17:20:25.812" v="563"/>
          <ac:grpSpMkLst>
            <pc:docMk/>
            <pc:sldMk cId="1162117681" sldId="726"/>
            <ac:grpSpMk id="23" creationId="{C54A2A4D-19EF-3552-F383-6AD9587C8AFC}"/>
          </ac:grpSpMkLst>
        </pc:grpChg>
        <pc:picChg chg="add mod ord">
          <ac:chgData name="bhurasanyam717@gmail.com" userId="b68a030977c80ce8" providerId="Windows Live" clId="Web-{4C8C67CE-361A-474A-84F7-EF89C617F951}" dt="2026-01-29T17:20:25.812" v="563"/>
          <ac:picMkLst>
            <pc:docMk/>
            <pc:sldMk cId="1162117681" sldId="726"/>
            <ac:picMk id="3" creationId="{340A749E-026D-1FBC-4469-A020C2F1A876}"/>
          </ac:picMkLst>
        </pc:picChg>
        <pc:picChg chg="del">
          <ac:chgData name="bhurasanyam717@gmail.com" userId="b68a030977c80ce8" providerId="Windows Live" clId="Web-{4C8C67CE-361A-474A-84F7-EF89C617F951}" dt="2026-01-29T15:59:00.500" v="233"/>
          <ac:picMkLst>
            <pc:docMk/>
            <pc:sldMk cId="1162117681" sldId="726"/>
            <ac:picMk id="6" creationId="{050F2557-4400-00FE-6A9A-511BAF35FD5F}"/>
          </ac:picMkLst>
        </pc:picChg>
        <pc:picChg chg="del">
          <ac:chgData name="bhurasanyam717@gmail.com" userId="b68a030977c80ce8" providerId="Windows Live" clId="Web-{4C8C67CE-361A-474A-84F7-EF89C617F951}" dt="2026-01-29T15:59:02.469" v="234"/>
          <ac:picMkLst>
            <pc:docMk/>
            <pc:sldMk cId="1162117681" sldId="726"/>
            <ac:picMk id="8" creationId="{A7DAFF8A-7274-41F0-43E5-5389FBE177AA}"/>
          </ac:picMkLst>
        </pc:picChg>
        <pc:cxnChg chg="add del">
          <ac:chgData name="bhurasanyam717@gmail.com" userId="b68a030977c80ce8" providerId="Windows Live" clId="Web-{4C8C67CE-361A-474A-84F7-EF89C617F951}" dt="2026-01-29T17:20:25.812" v="563"/>
          <ac:cxnSpMkLst>
            <pc:docMk/>
            <pc:sldMk cId="1162117681" sldId="726"/>
            <ac:cxnSpMk id="9" creationId="{B7952C56-EE0E-C94A-9A44-E17DD73E845D}"/>
          </ac:cxnSpMkLst>
        </pc:cxnChg>
      </pc:sldChg>
      <pc:sldChg chg="addSp delSp modSp mod setBg">
        <pc:chgData name="bhurasanyam717@gmail.com" userId="b68a030977c80ce8" providerId="Windows Live" clId="Web-{4C8C67CE-361A-474A-84F7-EF89C617F951}" dt="2026-01-29T16:25:37.056" v="334" actId="20577"/>
        <pc:sldMkLst>
          <pc:docMk/>
          <pc:sldMk cId="3969335624" sldId="727"/>
        </pc:sldMkLst>
        <pc:spChg chg="mod">
          <ac:chgData name="bhurasanyam717@gmail.com" userId="b68a030977c80ce8" providerId="Windows Live" clId="Web-{4C8C67CE-361A-474A-84F7-EF89C617F951}" dt="2026-01-29T16:25:19.478" v="330" actId="20577"/>
          <ac:spMkLst>
            <pc:docMk/>
            <pc:sldMk cId="3969335624" sldId="727"/>
            <ac:spMk id="2" creationId="{66BE39E3-5808-1E8F-22AA-2CF5E62553FD}"/>
          </ac:spMkLst>
        </pc:spChg>
        <pc:spChg chg="mod">
          <ac:chgData name="bhurasanyam717@gmail.com" userId="b68a030977c80ce8" providerId="Windows Live" clId="Web-{4C8C67CE-361A-474A-84F7-EF89C617F951}" dt="2026-01-29T16:25:37.056" v="334" actId="20577"/>
          <ac:spMkLst>
            <pc:docMk/>
            <pc:sldMk cId="3969335624" sldId="727"/>
            <ac:spMk id="3" creationId="{09BF4D1B-252F-6C29-FCDB-E624690AE232}"/>
          </ac:spMkLst>
        </pc:spChg>
        <pc:grpChg chg="add">
          <ac:chgData name="bhurasanyam717@gmail.com" userId="b68a030977c80ce8" providerId="Windows Live" clId="Web-{4C8C67CE-361A-474A-84F7-EF89C617F951}" dt="2026-01-29T16:23:16.115" v="320"/>
          <ac:grpSpMkLst>
            <pc:docMk/>
            <pc:sldMk cId="3969335624" sldId="727"/>
            <ac:grpSpMk id="9" creationId="{6258F736-B256-8039-9DC6-F4E49A5C5AD5}"/>
          </ac:grpSpMkLst>
        </pc:grpChg>
        <pc:picChg chg="add mod">
          <ac:chgData name="bhurasanyam717@gmail.com" userId="b68a030977c80ce8" providerId="Windows Live" clId="Web-{4C8C67CE-361A-474A-84F7-EF89C617F951}" dt="2026-01-29T16:23:16.115" v="320"/>
          <ac:picMkLst>
            <pc:docMk/>
            <pc:sldMk cId="3969335624" sldId="727"/>
            <ac:picMk id="4" creationId="{DB3F5179-97F6-D887-D125-F2D76809A0D4}"/>
          </ac:picMkLst>
        </pc:picChg>
        <pc:picChg chg="del">
          <ac:chgData name="bhurasanyam717@gmail.com" userId="b68a030977c80ce8" providerId="Windows Live" clId="Web-{4C8C67CE-361A-474A-84F7-EF89C617F951}" dt="2026-01-29T16:22:40.036" v="315"/>
          <ac:picMkLst>
            <pc:docMk/>
            <pc:sldMk cId="3969335624" sldId="727"/>
            <ac:picMk id="6147" creationId="{07EDECEC-927F-FC42-029F-A1D845F6028F}"/>
          </ac:picMkLst>
        </pc:picChg>
      </pc:sldChg>
      <pc:sldChg chg="addSp delSp modSp mod setBg">
        <pc:chgData name="bhurasanyam717@gmail.com" userId="b68a030977c80ce8" providerId="Windows Live" clId="Web-{4C8C67CE-361A-474A-84F7-EF89C617F951}" dt="2026-01-29T16:33:38.715" v="349"/>
        <pc:sldMkLst>
          <pc:docMk/>
          <pc:sldMk cId="2454298422" sldId="728"/>
        </pc:sldMkLst>
        <pc:spChg chg="mod">
          <ac:chgData name="bhurasanyam717@gmail.com" userId="b68a030977c80ce8" providerId="Windows Live" clId="Web-{4C8C67CE-361A-474A-84F7-EF89C617F951}" dt="2026-01-29T16:33:38.715" v="349"/>
          <ac:spMkLst>
            <pc:docMk/>
            <pc:sldMk cId="2454298422" sldId="728"/>
            <ac:spMk id="2" creationId="{C41BA84B-CB05-9900-D6A8-A3E997604720}"/>
          </ac:spMkLst>
        </pc:spChg>
        <pc:spChg chg="del">
          <ac:chgData name="bhurasanyam717@gmail.com" userId="b68a030977c80ce8" providerId="Windows Live" clId="Web-{4C8C67CE-361A-474A-84F7-EF89C617F951}" dt="2026-01-29T16:32:16.261" v="339"/>
          <ac:spMkLst>
            <pc:docMk/>
            <pc:sldMk cId="2454298422" sldId="728"/>
            <ac:spMk id="3" creationId="{EBD4144B-87B5-9885-BD9A-F54D3C7D4EB1}"/>
          </ac:spMkLst>
        </pc:spChg>
        <pc:spChg chg="add mod">
          <ac:chgData name="bhurasanyam717@gmail.com" userId="b68a030977c80ce8" providerId="Windows Live" clId="Web-{4C8C67CE-361A-474A-84F7-EF89C617F951}" dt="2026-01-29T16:33:38.715" v="349"/>
          <ac:spMkLst>
            <pc:docMk/>
            <pc:sldMk cId="2454298422" sldId="728"/>
            <ac:spMk id="5" creationId="{8CC23F31-9454-5D0A-A0D4-784FD3FC9D34}"/>
          </ac:spMkLst>
        </pc:spChg>
        <pc:grpChg chg="add">
          <ac:chgData name="bhurasanyam717@gmail.com" userId="b68a030977c80ce8" providerId="Windows Live" clId="Web-{4C8C67CE-361A-474A-84F7-EF89C617F951}" dt="2026-01-29T16:33:38.715" v="349"/>
          <ac:grpSpMkLst>
            <pc:docMk/>
            <pc:sldMk cId="2454298422" sldId="728"/>
            <ac:grpSpMk id="11" creationId="{6258F736-B256-8039-9DC6-F4E49A5C5AD5}"/>
          </ac:grpSpMkLst>
        </pc:grpChg>
        <pc:picChg chg="del">
          <ac:chgData name="bhurasanyam717@gmail.com" userId="b68a030977c80ce8" providerId="Windows Live" clId="Web-{4C8C67CE-361A-474A-84F7-EF89C617F951}" dt="2026-01-29T16:33:07.699" v="345"/>
          <ac:picMkLst>
            <pc:docMk/>
            <pc:sldMk cId="2454298422" sldId="728"/>
            <ac:picMk id="4" creationId="{6A903AA4-8133-BB0A-0AD1-F9354CCC1647}"/>
          </ac:picMkLst>
        </pc:picChg>
        <pc:picChg chg="add mod">
          <ac:chgData name="bhurasanyam717@gmail.com" userId="b68a030977c80ce8" providerId="Windows Live" clId="Web-{4C8C67CE-361A-474A-84F7-EF89C617F951}" dt="2026-01-29T16:33:38.715" v="349"/>
          <ac:picMkLst>
            <pc:docMk/>
            <pc:sldMk cId="2454298422" sldId="728"/>
            <ac:picMk id="6" creationId="{88E12435-62A1-1FCF-8205-A3E41CB1BEAF}"/>
          </ac:picMkLst>
        </pc:picChg>
      </pc:sldChg>
      <pc:sldChg chg="new">
        <pc:chgData name="bhurasanyam717@gmail.com" userId="b68a030977c80ce8" providerId="Windows Live" clId="Web-{4C8C67CE-361A-474A-84F7-EF89C617F951}" dt="2026-01-29T16:38:42.529" v="374"/>
        <pc:sldMkLst>
          <pc:docMk/>
          <pc:sldMk cId="3261949722" sldId="729"/>
        </pc:sldMkLst>
      </pc:sldChg>
      <pc:sldChg chg="addSp modSp new ord">
        <pc:chgData name="bhurasanyam717@gmail.com" userId="b68a030977c80ce8" providerId="Windows Live" clId="Web-{4C8C67CE-361A-474A-84F7-EF89C617F951}" dt="2026-01-29T17:01:22.622" v="495" actId="14100"/>
        <pc:sldMkLst>
          <pc:docMk/>
          <pc:sldMk cId="1776323650" sldId="730"/>
        </pc:sldMkLst>
        <pc:spChg chg="mod">
          <ac:chgData name="bhurasanyam717@gmail.com" userId="b68a030977c80ce8" providerId="Windows Live" clId="Web-{4C8C67CE-361A-474A-84F7-EF89C617F951}" dt="2026-01-29T16:57:21.339" v="462" actId="20577"/>
          <ac:spMkLst>
            <pc:docMk/>
            <pc:sldMk cId="1776323650" sldId="730"/>
            <ac:spMk id="2" creationId="{F7020FE9-ED1B-E39E-2335-FDFCF15062F3}"/>
          </ac:spMkLst>
        </pc:spChg>
        <pc:spChg chg="mod">
          <ac:chgData name="bhurasanyam717@gmail.com" userId="b68a030977c80ce8" providerId="Windows Live" clId="Web-{4C8C67CE-361A-474A-84F7-EF89C617F951}" dt="2026-01-29T17:00:54.809" v="489" actId="14100"/>
          <ac:spMkLst>
            <pc:docMk/>
            <pc:sldMk cId="1776323650" sldId="730"/>
            <ac:spMk id="3" creationId="{E56CFC8A-674A-606C-99C9-F56483D8EB61}"/>
          </ac:spMkLst>
        </pc:spChg>
        <pc:spChg chg="add mod">
          <ac:chgData name="bhurasanyam717@gmail.com" userId="b68a030977c80ce8" providerId="Windows Live" clId="Web-{4C8C67CE-361A-474A-84F7-EF89C617F951}" dt="2026-01-29T17:01:22.622" v="495" actId="14100"/>
          <ac:spMkLst>
            <pc:docMk/>
            <pc:sldMk cId="1776323650" sldId="730"/>
            <ac:spMk id="4" creationId="{BF6D1EEE-A372-CDD5-4365-D3C2B7E0CEC3}"/>
          </ac:spMkLst>
        </pc:spChg>
        <pc:picChg chg="add mod">
          <ac:chgData name="bhurasanyam717@gmail.com" userId="b68a030977c80ce8" providerId="Windows Live" clId="Web-{4C8C67CE-361A-474A-84F7-EF89C617F951}" dt="2026-01-29T17:01:15.481" v="493" actId="14100"/>
          <ac:picMkLst>
            <pc:docMk/>
            <pc:sldMk cId="1776323650" sldId="730"/>
            <ac:picMk id="5" creationId="{1B55856E-9FF1-3A67-2103-8D4E1B3CCF95}"/>
          </ac:picMkLst>
        </pc:picChg>
      </pc:sldChg>
      <pc:sldChg chg="addSp delSp modSp new mod setBg">
        <pc:chgData name="bhurasanyam717@gmail.com" userId="b68a030977c80ce8" providerId="Windows Live" clId="Web-{4C8C67CE-361A-474A-84F7-EF89C617F951}" dt="2026-01-29T17:00:29.184" v="488"/>
        <pc:sldMkLst>
          <pc:docMk/>
          <pc:sldMk cId="356740063" sldId="731"/>
        </pc:sldMkLst>
        <pc:spChg chg="del mod">
          <ac:chgData name="bhurasanyam717@gmail.com" userId="b68a030977c80ce8" providerId="Windows Live" clId="Web-{4C8C67CE-361A-474A-84F7-EF89C617F951}" dt="2026-01-29T16:59:24.059" v="479"/>
          <ac:spMkLst>
            <pc:docMk/>
            <pc:sldMk cId="356740063" sldId="731"/>
            <ac:spMk id="2" creationId="{9298C388-4D48-072C-276F-B880E8784A3F}"/>
          </ac:spMkLst>
        </pc:spChg>
        <pc:spChg chg="del">
          <ac:chgData name="bhurasanyam717@gmail.com" userId="b68a030977c80ce8" providerId="Windows Live" clId="Web-{4C8C67CE-361A-474A-84F7-EF89C617F951}" dt="2026-01-29T16:59:24.012" v="478"/>
          <ac:spMkLst>
            <pc:docMk/>
            <pc:sldMk cId="356740063" sldId="731"/>
            <ac:spMk id="3" creationId="{C0E92C79-A43D-5C2E-44F9-4630876BB46A}"/>
          </ac:spMkLst>
        </pc:spChg>
        <pc:spChg chg="add mod">
          <ac:chgData name="bhurasanyam717@gmail.com" userId="b68a030977c80ce8" providerId="Windows Live" clId="Web-{4C8C67CE-361A-474A-84F7-EF89C617F951}" dt="2026-01-29T17:00:29.184" v="488"/>
          <ac:spMkLst>
            <pc:docMk/>
            <pc:sldMk cId="356740063" sldId="731"/>
            <ac:spMk id="5" creationId="{973BE5B5-4351-90A1-A476-776B75CC2320}"/>
          </ac:spMkLst>
        </pc:spChg>
        <pc:spChg chg="add mod ord">
          <ac:chgData name="bhurasanyam717@gmail.com" userId="b68a030977c80ce8" providerId="Windows Live" clId="Web-{4C8C67CE-361A-474A-84F7-EF89C617F951}" dt="2026-01-29T17:00:29.184" v="488"/>
          <ac:spMkLst>
            <pc:docMk/>
            <pc:sldMk cId="356740063" sldId="731"/>
            <ac:spMk id="6" creationId="{4854380C-709A-14A5-EDD2-DE86B924CC1D}"/>
          </ac:spMkLst>
        </pc:spChg>
        <pc:grpChg chg="add">
          <ac:chgData name="bhurasanyam717@gmail.com" userId="b68a030977c80ce8" providerId="Windows Live" clId="Web-{4C8C67CE-361A-474A-84F7-EF89C617F951}" dt="2026-01-29T17:00:29.184" v="488"/>
          <ac:grpSpMkLst>
            <pc:docMk/>
            <pc:sldMk cId="356740063" sldId="731"/>
            <ac:grpSpMk id="12" creationId="{6258F736-B256-8039-9DC6-F4E49A5C5AD5}"/>
          </ac:grpSpMkLst>
        </pc:grpChg>
        <pc:picChg chg="add mod ord">
          <ac:chgData name="bhurasanyam717@gmail.com" userId="b68a030977c80ce8" providerId="Windows Live" clId="Web-{4C8C67CE-361A-474A-84F7-EF89C617F951}" dt="2026-01-29T17:00:29.184" v="488"/>
          <ac:picMkLst>
            <pc:docMk/>
            <pc:sldMk cId="356740063" sldId="731"/>
            <ac:picMk id="7" creationId="{51675B6F-8624-14E8-C0AC-6510A98C9FDE}"/>
          </ac:picMkLst>
        </pc:picChg>
      </pc:sldChg>
      <pc:sldChg chg="addSp delSp modSp add replId">
        <pc:chgData name="bhurasanyam717@gmail.com" userId="b68a030977c80ce8" providerId="Windows Live" clId="Web-{4C8C67CE-361A-474A-84F7-EF89C617F951}" dt="2026-01-29T17:07:59.023" v="506"/>
        <pc:sldMkLst>
          <pc:docMk/>
          <pc:sldMk cId="2073390867" sldId="732"/>
        </pc:sldMkLst>
        <pc:spChg chg="mod">
          <ac:chgData name="bhurasanyam717@gmail.com" userId="b68a030977c80ce8" providerId="Windows Live" clId="Web-{4C8C67CE-361A-474A-84F7-EF89C617F951}" dt="2026-01-29T17:07:59.023" v="506"/>
          <ac:spMkLst>
            <pc:docMk/>
            <pc:sldMk cId="2073390867" sldId="732"/>
            <ac:spMk id="5" creationId="{640CD33B-3AC0-A5AE-C044-25F72D492BF5}"/>
          </ac:spMkLst>
        </pc:spChg>
        <pc:spChg chg="mod">
          <ac:chgData name="bhurasanyam717@gmail.com" userId="b68a030977c80ce8" providerId="Windows Live" clId="Web-{4C8C67CE-361A-474A-84F7-EF89C617F951}" dt="2026-01-29T17:07:59.023" v="506"/>
          <ac:spMkLst>
            <pc:docMk/>
            <pc:sldMk cId="2073390867" sldId="732"/>
            <ac:spMk id="6" creationId="{9950CA8F-A3F7-CC98-DB01-6134178481A1}"/>
          </ac:spMkLst>
        </pc:spChg>
        <pc:grpChg chg="del">
          <ac:chgData name="bhurasanyam717@gmail.com" userId="b68a030977c80ce8" providerId="Windows Live" clId="Web-{4C8C67CE-361A-474A-84F7-EF89C617F951}" dt="2026-01-29T17:07:59.023" v="506"/>
          <ac:grpSpMkLst>
            <pc:docMk/>
            <pc:sldMk cId="2073390867" sldId="732"/>
            <ac:grpSpMk id="12" creationId="{A46B16A2-392F-FF26-42EF-190D1C0B001A}"/>
          </ac:grpSpMkLst>
        </pc:grpChg>
        <pc:grpChg chg="add">
          <ac:chgData name="bhurasanyam717@gmail.com" userId="b68a030977c80ce8" providerId="Windows Live" clId="Web-{4C8C67CE-361A-474A-84F7-EF89C617F951}" dt="2026-01-29T17:07:59.023" v="506"/>
          <ac:grpSpMkLst>
            <pc:docMk/>
            <pc:sldMk cId="2073390867" sldId="732"/>
            <ac:grpSpMk id="19" creationId="{6258F736-B256-8039-9DC6-F4E49A5C5AD5}"/>
          </ac:grpSpMkLst>
        </pc:grpChg>
        <pc:picChg chg="add mod">
          <ac:chgData name="bhurasanyam717@gmail.com" userId="b68a030977c80ce8" providerId="Windows Live" clId="Web-{4C8C67CE-361A-474A-84F7-EF89C617F951}" dt="2026-01-29T17:07:59.023" v="506"/>
          <ac:picMkLst>
            <pc:docMk/>
            <pc:sldMk cId="2073390867" sldId="732"/>
            <ac:picMk id="2" creationId="{B33216A8-9933-8279-4F37-62E1F115C228}"/>
          </ac:picMkLst>
        </pc:picChg>
        <pc:picChg chg="del">
          <ac:chgData name="bhurasanyam717@gmail.com" userId="b68a030977c80ce8" providerId="Windows Live" clId="Web-{4C8C67CE-361A-474A-84F7-EF89C617F951}" dt="2026-01-29T17:05:17.365" v="501"/>
          <ac:picMkLst>
            <pc:docMk/>
            <pc:sldMk cId="2073390867" sldId="732"/>
            <ac:picMk id="7" creationId="{0CB07C02-330F-8FD3-461D-1B40B34B94F6}"/>
          </ac:picMkLst>
        </pc:picChg>
      </pc:sldChg>
      <pc:sldChg chg="add del replId">
        <pc:chgData name="bhurasanyam717@gmail.com" userId="b68a030977c80ce8" providerId="Windows Live" clId="Web-{4C8C67CE-361A-474A-84F7-EF89C617F951}" dt="2026-01-29T17:08:14.445" v="508"/>
        <pc:sldMkLst>
          <pc:docMk/>
          <pc:sldMk cId="613274283" sldId="733"/>
        </pc:sldMkLst>
      </pc:sldChg>
      <pc:sldChg chg="addSp delSp modSp add replId">
        <pc:chgData name="bhurasanyam717@gmail.com" userId="b68a030977c80ce8" providerId="Windows Live" clId="Web-{4C8C67CE-361A-474A-84F7-EF89C617F951}" dt="2026-01-29T17:10:28.494" v="517"/>
        <pc:sldMkLst>
          <pc:docMk/>
          <pc:sldMk cId="1318820074" sldId="733"/>
        </pc:sldMkLst>
        <pc:spChg chg="mod">
          <ac:chgData name="bhurasanyam717@gmail.com" userId="b68a030977c80ce8" providerId="Windows Live" clId="Web-{4C8C67CE-361A-474A-84F7-EF89C617F951}" dt="2026-01-29T17:10:28.494" v="517"/>
          <ac:spMkLst>
            <pc:docMk/>
            <pc:sldMk cId="1318820074" sldId="733"/>
            <ac:spMk id="5" creationId="{670616E2-0F74-4D03-87BD-38692B71BAD1}"/>
          </ac:spMkLst>
        </pc:spChg>
        <pc:spChg chg="mod">
          <ac:chgData name="bhurasanyam717@gmail.com" userId="b68a030977c80ce8" providerId="Windows Live" clId="Web-{4C8C67CE-361A-474A-84F7-EF89C617F951}" dt="2026-01-29T17:10:28.494" v="517"/>
          <ac:spMkLst>
            <pc:docMk/>
            <pc:sldMk cId="1318820074" sldId="733"/>
            <ac:spMk id="6" creationId="{C537CA43-8D92-D67D-78BC-35911D4199DD}"/>
          </ac:spMkLst>
        </pc:spChg>
        <pc:grpChg chg="del">
          <ac:chgData name="bhurasanyam717@gmail.com" userId="b68a030977c80ce8" providerId="Windows Live" clId="Web-{4C8C67CE-361A-474A-84F7-EF89C617F951}" dt="2026-01-29T17:09:30.227" v="512"/>
          <ac:grpSpMkLst>
            <pc:docMk/>
            <pc:sldMk cId="1318820074" sldId="733"/>
            <ac:grpSpMk id="19" creationId="{A7C73939-F792-2ECB-FB2C-8BEB3EA1C304}"/>
          </ac:grpSpMkLst>
        </pc:grpChg>
        <pc:grpChg chg="add del">
          <ac:chgData name="bhurasanyam717@gmail.com" userId="b68a030977c80ce8" providerId="Windows Live" clId="Web-{4C8C67CE-361A-474A-84F7-EF89C617F951}" dt="2026-01-29T17:10:28.494" v="517"/>
          <ac:grpSpMkLst>
            <pc:docMk/>
            <pc:sldMk cId="1318820074" sldId="733"/>
            <ac:grpSpMk id="26" creationId="{1FD67D68-9B83-C338-8342-3348D8F22347}"/>
          </ac:grpSpMkLst>
        </pc:grpChg>
        <pc:grpChg chg="add">
          <ac:chgData name="bhurasanyam717@gmail.com" userId="b68a030977c80ce8" providerId="Windows Live" clId="Web-{4C8C67CE-361A-474A-84F7-EF89C617F951}" dt="2026-01-29T17:10:28.494" v="517"/>
          <ac:grpSpMkLst>
            <pc:docMk/>
            <pc:sldMk cId="1318820074" sldId="733"/>
            <ac:grpSpMk id="33" creationId="{6258F736-B256-8039-9DC6-F4E49A5C5AD5}"/>
          </ac:grpSpMkLst>
        </pc:grpChg>
        <pc:picChg chg="del">
          <ac:chgData name="bhurasanyam717@gmail.com" userId="b68a030977c80ce8" providerId="Windows Live" clId="Web-{4C8C67CE-361A-474A-84F7-EF89C617F951}" dt="2026-01-29T17:09:10.977" v="510"/>
          <ac:picMkLst>
            <pc:docMk/>
            <pc:sldMk cId="1318820074" sldId="733"/>
            <ac:picMk id="2" creationId="{0E063744-7B36-DE80-ABA1-0F4F2A28BB2A}"/>
          </ac:picMkLst>
        </pc:picChg>
        <pc:picChg chg="add mod">
          <ac:chgData name="bhurasanyam717@gmail.com" userId="b68a030977c80ce8" providerId="Windows Live" clId="Web-{4C8C67CE-361A-474A-84F7-EF89C617F951}" dt="2026-01-29T17:10:28.494" v="517"/>
          <ac:picMkLst>
            <pc:docMk/>
            <pc:sldMk cId="1318820074" sldId="733"/>
            <ac:picMk id="3" creationId="{51638292-D9B4-08B0-39CD-7DA96DE72642}"/>
          </ac:picMkLst>
        </pc:picChg>
      </pc:sldChg>
      <pc:sldChg chg="addSp delSp modSp add replId">
        <pc:chgData name="bhurasanyam717@gmail.com" userId="b68a030977c80ce8" providerId="Windows Live" clId="Web-{4C8C67CE-361A-474A-84F7-EF89C617F951}" dt="2026-01-29T17:18:30.746" v="556" actId="20577"/>
        <pc:sldMkLst>
          <pc:docMk/>
          <pc:sldMk cId="707365006" sldId="734"/>
        </pc:sldMkLst>
        <pc:spChg chg="mod">
          <ac:chgData name="bhurasanyam717@gmail.com" userId="b68a030977c80ce8" providerId="Windows Live" clId="Web-{4C8C67CE-361A-474A-84F7-EF89C617F951}" dt="2026-01-29T17:18:30.746" v="556" actId="20577"/>
          <ac:spMkLst>
            <pc:docMk/>
            <pc:sldMk cId="707365006" sldId="734"/>
            <ac:spMk id="5" creationId="{D165E344-3DCF-F1F3-795C-82381E983298}"/>
          </ac:spMkLst>
        </pc:spChg>
        <pc:spChg chg="mod">
          <ac:chgData name="bhurasanyam717@gmail.com" userId="b68a030977c80ce8" providerId="Windows Live" clId="Web-{4C8C67CE-361A-474A-84F7-EF89C617F951}" dt="2026-01-29T17:17:32.542" v="550"/>
          <ac:spMkLst>
            <pc:docMk/>
            <pc:sldMk cId="707365006" sldId="734"/>
            <ac:spMk id="6" creationId="{322A951C-C0D7-F1BB-68D2-73C37626C667}"/>
          </ac:spMkLst>
        </pc:spChg>
        <pc:grpChg chg="del">
          <ac:chgData name="bhurasanyam717@gmail.com" userId="b68a030977c80ce8" providerId="Windows Live" clId="Web-{4C8C67CE-361A-474A-84F7-EF89C617F951}" dt="2026-01-29T17:17:32.542" v="550"/>
          <ac:grpSpMkLst>
            <pc:docMk/>
            <pc:sldMk cId="707365006" sldId="734"/>
            <ac:grpSpMk id="33" creationId="{E482FA59-DC3D-4E5E-100E-357C1F5C5EA6}"/>
          </ac:grpSpMkLst>
        </pc:grpChg>
        <pc:grpChg chg="add del">
          <ac:chgData name="bhurasanyam717@gmail.com" userId="b68a030977c80ce8" providerId="Windows Live" clId="Web-{4C8C67CE-361A-474A-84F7-EF89C617F951}" dt="2026-01-29T17:18:04.668" v="553"/>
          <ac:grpSpMkLst>
            <pc:docMk/>
            <pc:sldMk cId="707365006" sldId="734"/>
            <ac:grpSpMk id="40" creationId="{6258F736-B256-8039-9DC6-F4E49A5C5AD5}"/>
          </ac:grpSpMkLst>
        </pc:grpChg>
        <pc:grpChg chg="add">
          <ac:chgData name="bhurasanyam717@gmail.com" userId="b68a030977c80ce8" providerId="Windows Live" clId="Web-{4C8C67CE-361A-474A-84F7-EF89C617F951}" dt="2026-01-29T17:18:04.668" v="553"/>
          <ac:grpSpMkLst>
            <pc:docMk/>
            <pc:sldMk cId="707365006" sldId="734"/>
            <ac:grpSpMk id="47" creationId="{6258F736-B256-8039-9DC6-F4E49A5C5AD5}"/>
          </ac:grpSpMkLst>
        </pc:grpChg>
        <pc:picChg chg="add mod">
          <ac:chgData name="bhurasanyam717@gmail.com" userId="b68a030977c80ce8" providerId="Windows Live" clId="Web-{4C8C67CE-361A-474A-84F7-EF89C617F951}" dt="2026-01-29T17:18:04.668" v="553"/>
          <ac:picMkLst>
            <pc:docMk/>
            <pc:sldMk cId="707365006" sldId="734"/>
            <ac:picMk id="2" creationId="{90A60198-03EB-3E0F-2B5F-7C480EE001E1}"/>
          </ac:picMkLst>
        </pc:picChg>
        <pc:picChg chg="del">
          <ac:chgData name="bhurasanyam717@gmail.com" userId="b68a030977c80ce8" providerId="Windows Live" clId="Web-{4C8C67CE-361A-474A-84F7-EF89C617F951}" dt="2026-01-29T17:17:51.183" v="551"/>
          <ac:picMkLst>
            <pc:docMk/>
            <pc:sldMk cId="707365006" sldId="734"/>
            <ac:picMk id="3" creationId="{72317A7A-B7B3-BBCE-9E08-54FBE235F9B9}"/>
          </ac:picMkLst>
        </pc:picChg>
      </pc:sldChg>
    </pc:docChg>
  </pc:docChgLst>
  <pc:docChgLst>
    <pc:chgData name="bhurasanyam717@gmail.com" userId="b68a030977c80ce8" providerId="Windows Live" clId="Web-{D967B09F-C482-46C8-997C-3FBDF6F8D38E}"/>
    <pc:docChg chg="modSld">
      <pc:chgData name="bhurasanyam717@gmail.com" userId="b68a030977c80ce8" providerId="Windows Live" clId="Web-{D967B09F-C482-46C8-997C-3FBDF6F8D38E}" dt="2026-01-29T13:45:21.788" v="134"/>
      <pc:docMkLst>
        <pc:docMk/>
      </pc:docMkLst>
      <pc:sldChg chg="addSp delSp modSp">
        <pc:chgData name="bhurasanyam717@gmail.com" userId="b68a030977c80ce8" providerId="Windows Live" clId="Web-{D967B09F-C482-46C8-997C-3FBDF6F8D38E}" dt="2026-01-29T12:50:12.338" v="47" actId="20577"/>
        <pc:sldMkLst>
          <pc:docMk/>
          <pc:sldMk cId="1594365271" sldId="712"/>
        </pc:sldMkLst>
        <pc:spChg chg="add del mod">
          <ac:chgData name="bhurasanyam717@gmail.com" userId="b68a030977c80ce8" providerId="Windows Live" clId="Web-{D967B09F-C482-46C8-997C-3FBDF6F8D38E}" dt="2026-01-29T12:46:37.282" v="10"/>
          <ac:spMkLst>
            <pc:docMk/>
            <pc:sldMk cId="1594365271" sldId="712"/>
            <ac:spMk id="5" creationId="{BE69F99F-B876-DC75-150B-E121FEBF738C}"/>
          </ac:spMkLst>
        </pc:spChg>
        <pc:spChg chg="mod">
          <ac:chgData name="bhurasanyam717@gmail.com" userId="b68a030977c80ce8" providerId="Windows Live" clId="Web-{D967B09F-C482-46C8-997C-3FBDF6F8D38E}" dt="2026-01-29T12:50:12.338" v="47" actId="20577"/>
          <ac:spMkLst>
            <pc:docMk/>
            <pc:sldMk cId="1594365271" sldId="712"/>
            <ac:spMk id="13" creationId="{03FF44B0-25DC-5067-118E-0CCE61A855A1}"/>
          </ac:spMkLst>
        </pc:spChg>
        <pc:picChg chg="del">
          <ac:chgData name="bhurasanyam717@gmail.com" userId="b68a030977c80ce8" providerId="Windows Live" clId="Web-{D967B09F-C482-46C8-997C-3FBDF6F8D38E}" dt="2026-01-29T12:46:20.609" v="9"/>
          <ac:picMkLst>
            <pc:docMk/>
            <pc:sldMk cId="1594365271" sldId="712"/>
            <ac:picMk id="6" creationId="{AA6640C8-BDAF-96D3-886E-5F847AFCB13A}"/>
          </ac:picMkLst>
        </pc:picChg>
        <pc:picChg chg="add mod ord">
          <ac:chgData name="bhurasanyam717@gmail.com" userId="b68a030977c80ce8" providerId="Windows Live" clId="Web-{D967B09F-C482-46C8-997C-3FBDF6F8D38E}" dt="2026-01-29T12:46:55.580" v="15" actId="14100"/>
          <ac:picMkLst>
            <pc:docMk/>
            <pc:sldMk cId="1594365271" sldId="712"/>
            <ac:picMk id="9" creationId="{2A48F9D0-8163-85F5-7310-BD7A29750E30}"/>
          </ac:picMkLst>
        </pc:picChg>
      </pc:sldChg>
      <pc:sldChg chg="addSp delSp modSp">
        <pc:chgData name="bhurasanyam717@gmail.com" userId="b68a030977c80ce8" providerId="Windows Live" clId="Web-{D967B09F-C482-46C8-997C-3FBDF6F8D38E}" dt="2026-01-29T13:45:21.788" v="134"/>
        <pc:sldMkLst>
          <pc:docMk/>
          <pc:sldMk cId="1953804542" sldId="714"/>
        </pc:sldMkLst>
        <pc:spChg chg="del">
          <ac:chgData name="bhurasanyam717@gmail.com" userId="b68a030977c80ce8" providerId="Windows Live" clId="Web-{D967B09F-C482-46C8-997C-3FBDF6F8D38E}" dt="2026-01-29T13:45:21.788" v="134"/>
          <ac:spMkLst>
            <pc:docMk/>
            <pc:sldMk cId="1953804542" sldId="714"/>
            <ac:spMk id="2" creationId="{C938B360-A630-EE21-210D-844E85048949}"/>
          </ac:spMkLst>
        </pc:spChg>
        <pc:spChg chg="add mod">
          <ac:chgData name="bhurasanyam717@gmail.com" userId="b68a030977c80ce8" providerId="Windows Live" clId="Web-{D967B09F-C482-46C8-997C-3FBDF6F8D38E}" dt="2026-01-29T13:45:21.788" v="134"/>
          <ac:spMkLst>
            <pc:docMk/>
            <pc:sldMk cId="1953804542" sldId="714"/>
            <ac:spMk id="5" creationId="{0C3C0682-5609-6E45-03D5-60B2F314469C}"/>
          </ac:spMkLst>
        </pc:spChg>
      </pc:sldChg>
      <pc:sldChg chg="modSp">
        <pc:chgData name="bhurasanyam717@gmail.com" userId="b68a030977c80ce8" providerId="Windows Live" clId="Web-{D967B09F-C482-46C8-997C-3FBDF6F8D38E}" dt="2026-01-29T12:43:32.361" v="8" actId="20577"/>
        <pc:sldMkLst>
          <pc:docMk/>
          <pc:sldMk cId="2048740809" sldId="717"/>
        </pc:sldMkLst>
        <pc:spChg chg="mod">
          <ac:chgData name="bhurasanyam717@gmail.com" userId="b68a030977c80ce8" providerId="Windows Live" clId="Web-{D967B09F-C482-46C8-997C-3FBDF6F8D38E}" dt="2026-01-29T12:43:32.361" v="8" actId="20577"/>
          <ac:spMkLst>
            <pc:docMk/>
            <pc:sldMk cId="2048740809" sldId="717"/>
            <ac:spMk id="3" creationId="{6F5B1CA3-A7C9-23EC-C46C-51BE35722F54}"/>
          </ac:spMkLst>
        </pc:spChg>
      </pc:sldChg>
      <pc:sldChg chg="modSp">
        <pc:chgData name="bhurasanyam717@gmail.com" userId="b68a030977c80ce8" providerId="Windows Live" clId="Web-{D967B09F-C482-46C8-997C-3FBDF6F8D38E}" dt="2026-01-29T13:15:14.917" v="79" actId="20577"/>
        <pc:sldMkLst>
          <pc:docMk/>
          <pc:sldMk cId="2347844839" sldId="722"/>
        </pc:sldMkLst>
        <pc:spChg chg="mod">
          <ac:chgData name="bhurasanyam717@gmail.com" userId="b68a030977c80ce8" providerId="Windows Live" clId="Web-{D967B09F-C482-46C8-997C-3FBDF6F8D38E}" dt="2026-01-29T13:15:14.917" v="79" actId="20577"/>
          <ac:spMkLst>
            <pc:docMk/>
            <pc:sldMk cId="2347844839" sldId="722"/>
            <ac:spMk id="3" creationId="{EC38D19B-C46F-8237-3142-59B183C78EA6}"/>
          </ac:spMkLst>
        </pc:spChg>
      </pc:sldChg>
      <pc:sldChg chg="modSp">
        <pc:chgData name="bhurasanyam717@gmail.com" userId="b68a030977c80ce8" providerId="Windows Live" clId="Web-{D967B09F-C482-46C8-997C-3FBDF6F8D38E}" dt="2026-01-29T13:32:22.079" v="133" actId="20577"/>
        <pc:sldMkLst>
          <pc:docMk/>
          <pc:sldMk cId="2501376622" sldId="723"/>
        </pc:sldMkLst>
        <pc:spChg chg="mod">
          <ac:chgData name="bhurasanyam717@gmail.com" userId="b68a030977c80ce8" providerId="Windows Live" clId="Web-{D967B09F-C482-46C8-997C-3FBDF6F8D38E}" dt="2026-01-29T13:32:22.079" v="133" actId="20577"/>
          <ac:spMkLst>
            <pc:docMk/>
            <pc:sldMk cId="2501376622" sldId="723"/>
            <ac:spMk id="3" creationId="{21A3AEE3-589E-FE37-1CBF-DF93CD92504D}"/>
          </ac:spMkLst>
        </pc:spChg>
      </pc:sldChg>
      <pc:sldChg chg="modSp">
        <pc:chgData name="bhurasanyam717@gmail.com" userId="b68a030977c80ce8" providerId="Windows Live" clId="Web-{D967B09F-C482-46C8-997C-3FBDF6F8D38E}" dt="2026-01-29T13:29:37.555" v="123" actId="20577"/>
        <pc:sldMkLst>
          <pc:docMk/>
          <pc:sldMk cId="3849248163" sldId="725"/>
        </pc:sldMkLst>
        <pc:spChg chg="mod">
          <ac:chgData name="bhurasanyam717@gmail.com" userId="b68a030977c80ce8" providerId="Windows Live" clId="Web-{D967B09F-C482-46C8-997C-3FBDF6F8D38E}" dt="2026-01-29T13:29:37.555" v="123" actId="20577"/>
          <ac:spMkLst>
            <pc:docMk/>
            <pc:sldMk cId="3849248163" sldId="725"/>
            <ac:spMk id="3" creationId="{5F1F338D-0322-5074-5DAC-E4859F61160F}"/>
          </ac:spMkLst>
        </pc:spChg>
      </pc:sldChg>
      <pc:sldChg chg="modSp">
        <pc:chgData name="bhurasanyam717@gmail.com" userId="b68a030977c80ce8" providerId="Windows Live" clId="Web-{D967B09F-C482-46C8-997C-3FBDF6F8D38E}" dt="2026-01-29T13:17:31.484" v="85" actId="1076"/>
        <pc:sldMkLst>
          <pc:docMk/>
          <pc:sldMk cId="3969335624" sldId="727"/>
        </pc:sldMkLst>
        <pc:spChg chg="mod">
          <ac:chgData name="bhurasanyam717@gmail.com" userId="b68a030977c80ce8" providerId="Windows Live" clId="Web-{D967B09F-C482-46C8-997C-3FBDF6F8D38E}" dt="2026-01-29T13:17:31.484" v="85" actId="1076"/>
          <ac:spMkLst>
            <pc:docMk/>
            <pc:sldMk cId="3969335624" sldId="727"/>
            <ac:spMk id="3" creationId="{09BF4D1B-252F-6C29-FCDB-E624690AE232}"/>
          </ac:spMkLst>
        </pc:spChg>
      </pc:sldChg>
      <pc:sldChg chg="addSp delSp modSp">
        <pc:chgData name="bhurasanyam717@gmail.com" userId="b68a030977c80ce8" providerId="Windows Live" clId="Web-{D967B09F-C482-46C8-997C-3FBDF6F8D38E}" dt="2026-01-29T13:27:35.623" v="112" actId="1076"/>
        <pc:sldMkLst>
          <pc:docMk/>
          <pc:sldMk cId="2454298422" sldId="728"/>
        </pc:sldMkLst>
        <pc:spChg chg="add mod">
          <ac:chgData name="bhurasanyam717@gmail.com" userId="b68a030977c80ce8" providerId="Windows Live" clId="Web-{D967B09F-C482-46C8-997C-3FBDF6F8D38E}" dt="2026-01-29T13:26:09.151" v="108" actId="14100"/>
          <ac:spMkLst>
            <pc:docMk/>
            <pc:sldMk cId="2454298422" sldId="728"/>
            <ac:spMk id="3" creationId="{EBD4144B-87B5-9885-BD9A-F54D3C7D4EB1}"/>
          </ac:spMkLst>
        </pc:spChg>
        <pc:picChg chg="add mod">
          <ac:chgData name="bhurasanyam717@gmail.com" userId="b68a030977c80ce8" providerId="Windows Live" clId="Web-{D967B09F-C482-46C8-997C-3FBDF6F8D38E}" dt="2026-01-29T13:27:35.623" v="112" actId="1076"/>
          <ac:picMkLst>
            <pc:docMk/>
            <pc:sldMk cId="2454298422" sldId="728"/>
            <ac:picMk id="4" creationId="{6A903AA4-8133-BB0A-0AD1-F9354CCC1647}"/>
          </ac:picMkLst>
        </pc:picChg>
        <pc:picChg chg="del">
          <ac:chgData name="bhurasanyam717@gmail.com" userId="b68a030977c80ce8" providerId="Windows Live" clId="Web-{D967B09F-C482-46C8-997C-3FBDF6F8D38E}" dt="2026-01-29T13:24:44.743" v="86"/>
          <ac:picMkLst>
            <pc:docMk/>
            <pc:sldMk cId="2454298422" sldId="728"/>
            <ac:picMk id="8" creationId="{5FF80858-95F8-12BE-362E-8103C7895B6A}"/>
          </ac:picMkLst>
        </pc:picChg>
        <pc:picChg chg="del mod">
          <ac:chgData name="bhurasanyam717@gmail.com" userId="b68a030977c80ce8" providerId="Windows Live" clId="Web-{D967B09F-C482-46C8-997C-3FBDF6F8D38E}" dt="2026-01-29T13:24:58.431" v="90"/>
          <ac:picMkLst>
            <pc:docMk/>
            <pc:sldMk cId="2454298422" sldId="728"/>
            <ac:picMk id="10" creationId="{2219CB97-42DE-0337-BF72-2494C3C46905}"/>
          </ac:picMkLst>
        </pc:picChg>
      </pc:sldChg>
    </pc:docChg>
  </pc:docChgLst>
  <pc:docChgLst>
    <pc:chgData name="bhurasanyam717@gmail.com" userId="b68a030977c80ce8" providerId="Windows Live" clId="Web-{7D90B4F3-D467-435D-94A1-7DD5120DADCF}"/>
    <pc:docChg chg="modSld">
      <pc:chgData name="bhurasanyam717@gmail.com" userId="b68a030977c80ce8" providerId="Windows Live" clId="Web-{7D90B4F3-D467-435D-94A1-7DD5120DADCF}" dt="2026-01-30T15:47:31.723" v="13"/>
      <pc:docMkLst>
        <pc:docMk/>
      </pc:docMkLst>
      <pc:sldChg chg="mod modShow">
        <pc:chgData name="bhurasanyam717@gmail.com" userId="b68a030977c80ce8" providerId="Windows Live" clId="Web-{7D90B4F3-D467-435D-94A1-7DD5120DADCF}" dt="2026-01-30T15:46:56.285" v="0"/>
        <pc:sldMkLst>
          <pc:docMk/>
          <pc:sldMk cId="1024334718" sldId="256"/>
        </pc:sldMkLst>
      </pc:sldChg>
      <pc:sldChg chg="mod modShow">
        <pc:chgData name="bhurasanyam717@gmail.com" userId="b68a030977c80ce8" providerId="Windows Live" clId="Web-{7D90B4F3-D467-435D-94A1-7DD5120DADCF}" dt="2026-01-30T15:47:03.973" v="3"/>
        <pc:sldMkLst>
          <pc:docMk/>
          <pc:sldMk cId="2845992452" sldId="676"/>
        </pc:sldMkLst>
      </pc:sldChg>
      <pc:sldChg chg="mod modShow">
        <pc:chgData name="bhurasanyam717@gmail.com" userId="b68a030977c80ce8" providerId="Windows Live" clId="Web-{7D90B4F3-D467-435D-94A1-7DD5120DADCF}" dt="2026-01-30T15:47:02.613" v="2"/>
        <pc:sldMkLst>
          <pc:docMk/>
          <pc:sldMk cId="1594365271" sldId="712"/>
        </pc:sldMkLst>
      </pc:sldChg>
      <pc:sldChg chg="mod modShow">
        <pc:chgData name="bhurasanyam717@gmail.com" userId="b68a030977c80ce8" providerId="Windows Live" clId="Web-{7D90B4F3-D467-435D-94A1-7DD5120DADCF}" dt="2026-01-30T15:47:00.691" v="1"/>
        <pc:sldMkLst>
          <pc:docMk/>
          <pc:sldMk cId="2048740809" sldId="717"/>
        </pc:sldMkLst>
      </pc:sldChg>
      <pc:sldChg chg="mod modShow">
        <pc:chgData name="bhurasanyam717@gmail.com" userId="b68a030977c80ce8" providerId="Windows Live" clId="Web-{7D90B4F3-D467-435D-94A1-7DD5120DADCF}" dt="2026-01-30T15:47:08.051" v="4"/>
        <pc:sldMkLst>
          <pc:docMk/>
          <pc:sldMk cId="3768834809" sldId="720"/>
        </pc:sldMkLst>
      </pc:sldChg>
      <pc:sldChg chg="mod modShow">
        <pc:chgData name="bhurasanyam717@gmail.com" userId="b68a030977c80ce8" providerId="Windows Live" clId="Web-{7D90B4F3-D467-435D-94A1-7DD5120DADCF}" dt="2026-01-30T15:47:28.785" v="12"/>
        <pc:sldMkLst>
          <pc:docMk/>
          <pc:sldMk cId="3849248163" sldId="725"/>
        </pc:sldMkLst>
      </pc:sldChg>
      <pc:sldChg chg="mod modShow">
        <pc:chgData name="bhurasanyam717@gmail.com" userId="b68a030977c80ce8" providerId="Windows Live" clId="Web-{7D90B4F3-D467-435D-94A1-7DD5120DADCF}" dt="2026-01-30T15:47:26.942" v="11"/>
        <pc:sldMkLst>
          <pc:docMk/>
          <pc:sldMk cId="2454298422" sldId="728"/>
        </pc:sldMkLst>
      </pc:sldChg>
      <pc:sldChg chg="mod modShow">
        <pc:chgData name="bhurasanyam717@gmail.com" userId="b68a030977c80ce8" providerId="Windows Live" clId="Web-{7D90B4F3-D467-435D-94A1-7DD5120DADCF}" dt="2026-01-30T15:47:10.301" v="5"/>
        <pc:sldMkLst>
          <pc:docMk/>
          <pc:sldMk cId="1776323650" sldId="730"/>
        </pc:sldMkLst>
      </pc:sldChg>
      <pc:sldChg chg="mod modShow">
        <pc:chgData name="bhurasanyam717@gmail.com" userId="b68a030977c80ce8" providerId="Windows Live" clId="Web-{7D90B4F3-D467-435D-94A1-7DD5120DADCF}" dt="2026-01-30T15:47:13.426" v="6"/>
        <pc:sldMkLst>
          <pc:docMk/>
          <pc:sldMk cId="2073390867" sldId="732"/>
        </pc:sldMkLst>
      </pc:sldChg>
      <pc:sldChg chg="mod modShow">
        <pc:chgData name="bhurasanyam717@gmail.com" userId="b68a030977c80ce8" providerId="Windows Live" clId="Web-{7D90B4F3-D467-435D-94A1-7DD5120DADCF}" dt="2026-01-30T15:47:15.707" v="7"/>
        <pc:sldMkLst>
          <pc:docMk/>
          <pc:sldMk cId="1318820074" sldId="733"/>
        </pc:sldMkLst>
      </pc:sldChg>
      <pc:sldChg chg="mod modShow">
        <pc:chgData name="bhurasanyam717@gmail.com" userId="b68a030977c80ce8" providerId="Windows Live" clId="Web-{7D90B4F3-D467-435D-94A1-7DD5120DADCF}" dt="2026-01-30T15:47:19.113" v="8"/>
        <pc:sldMkLst>
          <pc:docMk/>
          <pc:sldMk cId="707365006" sldId="734"/>
        </pc:sldMkLst>
      </pc:sldChg>
      <pc:sldChg chg="mod modShow">
        <pc:chgData name="bhurasanyam717@gmail.com" userId="b68a030977c80ce8" providerId="Windows Live" clId="Web-{7D90B4F3-D467-435D-94A1-7DD5120DADCF}" dt="2026-01-30T15:47:22.129" v="9"/>
        <pc:sldMkLst>
          <pc:docMk/>
          <pc:sldMk cId="3329780228" sldId="735"/>
        </pc:sldMkLst>
      </pc:sldChg>
      <pc:sldChg chg="mod modShow">
        <pc:chgData name="bhurasanyam717@gmail.com" userId="b68a030977c80ce8" providerId="Windows Live" clId="Web-{7D90B4F3-D467-435D-94A1-7DD5120DADCF}" dt="2026-01-30T15:47:25.332" v="10"/>
        <pc:sldMkLst>
          <pc:docMk/>
          <pc:sldMk cId="2390371714" sldId="736"/>
        </pc:sldMkLst>
      </pc:sldChg>
      <pc:sldChg chg="mod modShow">
        <pc:chgData name="bhurasanyam717@gmail.com" userId="b68a030977c80ce8" providerId="Windows Live" clId="Web-{7D90B4F3-D467-435D-94A1-7DD5120DADCF}" dt="2026-01-30T15:47:31.723" v="13"/>
        <pc:sldMkLst>
          <pc:docMk/>
          <pc:sldMk cId="2375247914" sldId="737"/>
        </pc:sldMkLst>
      </pc:sldChg>
    </pc:docChg>
  </pc:docChgLst>
  <pc:docChgLst>
    <pc:chgData name="bhurasanyam717@gmail.com" userId="b68a030977c80ce8" providerId="Windows Live" clId="Web-{74EC6EFC-A86E-3BD3-81FF-15176E04F141}"/>
    <pc:docChg chg="modSld">
      <pc:chgData name="bhurasanyam717@gmail.com" userId="b68a030977c80ce8" providerId="Windows Live" clId="Web-{74EC6EFC-A86E-3BD3-81FF-15176E04F141}" dt="2026-01-29T23:05:39.972" v="3"/>
      <pc:docMkLst>
        <pc:docMk/>
      </pc:docMkLst>
      <pc:sldChg chg="addSp delSp modSp">
        <pc:chgData name="bhurasanyam717@gmail.com" userId="b68a030977c80ce8" providerId="Windows Live" clId="Web-{74EC6EFC-A86E-3BD3-81FF-15176E04F141}" dt="2026-01-29T23:05:39.972" v="3"/>
        <pc:sldMkLst>
          <pc:docMk/>
          <pc:sldMk cId="3329780228" sldId="735"/>
        </pc:sldMkLst>
        <pc:spChg chg="add mod">
          <ac:chgData name="bhurasanyam717@gmail.com" userId="b68a030977c80ce8" providerId="Windows Live" clId="Web-{74EC6EFC-A86E-3BD3-81FF-15176E04F141}" dt="2026-01-29T23:05:39.972" v="3"/>
          <ac:spMkLst>
            <pc:docMk/>
            <pc:sldMk cId="3329780228" sldId="735"/>
            <ac:spMk id="151" creationId="{DB669B6F-354B-A82E-890D-94F59CC22146}"/>
          </ac:spMkLst>
        </pc:spChg>
        <pc:graphicFrameChg chg="del modGraphic">
          <ac:chgData name="bhurasanyam717@gmail.com" userId="b68a030977c80ce8" providerId="Windows Live" clId="Web-{74EC6EFC-A86E-3BD3-81FF-15176E04F141}" dt="2026-01-29T23:05:39.972" v="3"/>
          <ac:graphicFrameMkLst>
            <pc:docMk/>
            <pc:sldMk cId="3329780228" sldId="735"/>
            <ac:graphicFrameMk id="5" creationId="{1388196C-57F6-2FB8-6387-F2F035919CE3}"/>
          </ac:graphicFrameMkLst>
        </pc:graphicFrameChg>
      </pc:sldChg>
    </pc:docChg>
  </pc:docChgLst>
  <pc:docChgLst>
    <pc:chgData name="bhurasanyam717@gmail.com" userId="b68a030977c80ce8" providerId="Windows Live" clId="Web-{847424E8-D45F-AFC5-7A7B-0BD46C4D6680}"/>
    <pc:docChg chg="modSld">
      <pc:chgData name="bhurasanyam717@gmail.com" userId="b68a030977c80ce8" providerId="Windows Live" clId="Web-{847424E8-D45F-AFC5-7A7B-0BD46C4D6680}" dt="2026-01-30T15:55:17.690" v="16"/>
      <pc:docMkLst>
        <pc:docMk/>
      </pc:docMkLst>
      <pc:sldChg chg="mod modShow">
        <pc:chgData name="bhurasanyam717@gmail.com" userId="b68a030977c80ce8" providerId="Windows Live" clId="Web-{847424E8-D45F-AFC5-7A7B-0BD46C4D6680}" dt="2026-01-30T15:54:33.793" v="0"/>
        <pc:sldMkLst>
          <pc:docMk/>
          <pc:sldMk cId="1024334718" sldId="256"/>
        </pc:sldMkLst>
      </pc:sldChg>
      <pc:sldChg chg="mod modShow">
        <pc:chgData name="bhurasanyam717@gmail.com" userId="b68a030977c80ce8" providerId="Windows Live" clId="Web-{847424E8-D45F-AFC5-7A7B-0BD46C4D6680}" dt="2026-01-30T15:54:37.982" v="2"/>
        <pc:sldMkLst>
          <pc:docMk/>
          <pc:sldMk cId="2272459462" sldId="674"/>
        </pc:sldMkLst>
      </pc:sldChg>
      <pc:sldChg chg="mod modShow">
        <pc:chgData name="bhurasanyam717@gmail.com" userId="b68a030977c80ce8" providerId="Windows Live" clId="Web-{847424E8-D45F-AFC5-7A7B-0BD46C4D6680}" dt="2026-01-30T15:54:48.249" v="6"/>
        <pc:sldMkLst>
          <pc:docMk/>
          <pc:sldMk cId="2845992452" sldId="676"/>
        </pc:sldMkLst>
      </pc:sldChg>
      <pc:sldChg chg="mod modShow">
        <pc:chgData name="bhurasanyam717@gmail.com" userId="b68a030977c80ce8" providerId="Windows Live" clId="Web-{847424E8-D45F-AFC5-7A7B-0BD46C4D6680}" dt="2026-01-30T15:54:45.061" v="5"/>
        <pc:sldMkLst>
          <pc:docMk/>
          <pc:sldMk cId="1594365271" sldId="712"/>
        </pc:sldMkLst>
      </pc:sldChg>
      <pc:sldChg chg="mod modShow">
        <pc:chgData name="bhurasanyam717@gmail.com" userId="b68a030977c80ce8" providerId="Windows Live" clId="Web-{847424E8-D45F-AFC5-7A7B-0BD46C4D6680}" dt="2026-01-30T15:54:36.138" v="1"/>
        <pc:sldMkLst>
          <pc:docMk/>
          <pc:sldMk cId="1953804542" sldId="714"/>
        </pc:sldMkLst>
      </pc:sldChg>
      <pc:sldChg chg="mod modShow">
        <pc:chgData name="bhurasanyam717@gmail.com" userId="b68a030977c80ce8" providerId="Windows Live" clId="Web-{847424E8-D45F-AFC5-7A7B-0BD46C4D6680}" dt="2026-01-30T15:54:40.123" v="3"/>
        <pc:sldMkLst>
          <pc:docMk/>
          <pc:sldMk cId="2332226826" sldId="715"/>
        </pc:sldMkLst>
      </pc:sldChg>
      <pc:sldChg chg="mod modShow">
        <pc:chgData name="bhurasanyam717@gmail.com" userId="b68a030977c80ce8" providerId="Windows Live" clId="Web-{847424E8-D45F-AFC5-7A7B-0BD46C4D6680}" dt="2026-01-30T15:54:43.092" v="4"/>
        <pc:sldMkLst>
          <pc:docMk/>
          <pc:sldMk cId="2048740809" sldId="717"/>
        </pc:sldMkLst>
      </pc:sldChg>
      <pc:sldChg chg="mod modShow">
        <pc:chgData name="bhurasanyam717@gmail.com" userId="b68a030977c80ce8" providerId="Windows Live" clId="Web-{847424E8-D45F-AFC5-7A7B-0BD46C4D6680}" dt="2026-01-30T15:54:52.375" v="7"/>
        <pc:sldMkLst>
          <pc:docMk/>
          <pc:sldMk cId="3768834809" sldId="720"/>
        </pc:sldMkLst>
      </pc:sldChg>
      <pc:sldChg chg="mod modShow">
        <pc:chgData name="bhurasanyam717@gmail.com" userId="b68a030977c80ce8" providerId="Windows Live" clId="Web-{847424E8-D45F-AFC5-7A7B-0BD46C4D6680}" dt="2026-01-30T15:55:15.206" v="15"/>
        <pc:sldMkLst>
          <pc:docMk/>
          <pc:sldMk cId="3849248163" sldId="725"/>
        </pc:sldMkLst>
      </pc:sldChg>
      <pc:sldChg chg="mod modShow">
        <pc:chgData name="bhurasanyam717@gmail.com" userId="b68a030977c80ce8" providerId="Windows Live" clId="Web-{847424E8-D45F-AFC5-7A7B-0BD46C4D6680}" dt="2026-01-30T15:55:12.612" v="14"/>
        <pc:sldMkLst>
          <pc:docMk/>
          <pc:sldMk cId="2454298422" sldId="728"/>
        </pc:sldMkLst>
      </pc:sldChg>
      <pc:sldChg chg="mod modShow">
        <pc:chgData name="bhurasanyam717@gmail.com" userId="b68a030977c80ce8" providerId="Windows Live" clId="Web-{847424E8-D45F-AFC5-7A7B-0BD46C4D6680}" dt="2026-01-30T15:54:54.625" v="8"/>
        <pc:sldMkLst>
          <pc:docMk/>
          <pc:sldMk cId="1776323650" sldId="730"/>
        </pc:sldMkLst>
      </pc:sldChg>
      <pc:sldChg chg="mod modShow">
        <pc:chgData name="bhurasanyam717@gmail.com" userId="b68a030977c80ce8" providerId="Windows Live" clId="Web-{847424E8-D45F-AFC5-7A7B-0BD46C4D6680}" dt="2026-01-30T15:54:57.563" v="9"/>
        <pc:sldMkLst>
          <pc:docMk/>
          <pc:sldMk cId="2073390867" sldId="732"/>
        </pc:sldMkLst>
      </pc:sldChg>
      <pc:sldChg chg="mod modShow">
        <pc:chgData name="bhurasanyam717@gmail.com" userId="b68a030977c80ce8" providerId="Windows Live" clId="Web-{847424E8-D45F-AFC5-7A7B-0BD46C4D6680}" dt="2026-01-30T15:55:00.485" v="10"/>
        <pc:sldMkLst>
          <pc:docMk/>
          <pc:sldMk cId="1318820074" sldId="733"/>
        </pc:sldMkLst>
      </pc:sldChg>
      <pc:sldChg chg="mod modShow">
        <pc:chgData name="bhurasanyam717@gmail.com" userId="b68a030977c80ce8" providerId="Windows Live" clId="Web-{847424E8-D45F-AFC5-7A7B-0BD46C4D6680}" dt="2026-01-30T15:55:02.485" v="11"/>
        <pc:sldMkLst>
          <pc:docMk/>
          <pc:sldMk cId="707365006" sldId="734"/>
        </pc:sldMkLst>
      </pc:sldChg>
      <pc:sldChg chg="mod modShow">
        <pc:chgData name="bhurasanyam717@gmail.com" userId="b68a030977c80ce8" providerId="Windows Live" clId="Web-{847424E8-D45F-AFC5-7A7B-0BD46C4D6680}" dt="2026-01-30T15:55:06.767" v="12"/>
        <pc:sldMkLst>
          <pc:docMk/>
          <pc:sldMk cId="3329780228" sldId="735"/>
        </pc:sldMkLst>
      </pc:sldChg>
      <pc:sldChg chg="mod modShow">
        <pc:chgData name="bhurasanyam717@gmail.com" userId="b68a030977c80ce8" providerId="Windows Live" clId="Web-{847424E8-D45F-AFC5-7A7B-0BD46C4D6680}" dt="2026-01-30T15:55:10.768" v="13"/>
        <pc:sldMkLst>
          <pc:docMk/>
          <pc:sldMk cId="2390371714" sldId="736"/>
        </pc:sldMkLst>
      </pc:sldChg>
      <pc:sldChg chg="mod modShow">
        <pc:chgData name="bhurasanyam717@gmail.com" userId="b68a030977c80ce8" providerId="Windows Live" clId="Web-{847424E8-D45F-AFC5-7A7B-0BD46C4D6680}" dt="2026-01-30T15:55:17.690" v="16"/>
        <pc:sldMkLst>
          <pc:docMk/>
          <pc:sldMk cId="2375247914" sldId="737"/>
        </pc:sldMkLst>
      </pc:sldChg>
    </pc:docChg>
  </pc:docChgLst>
  <pc:docChgLst>
    <pc:chgData name="bhurasanyam717@gmail.com" userId="b68a030977c80ce8" providerId="Windows Live" clId="Web-{27E1D6C3-F97B-4596-9B13-23D33BF3069C}"/>
    <pc:docChg chg="modSld">
      <pc:chgData name="bhurasanyam717@gmail.com" userId="b68a030977c80ce8" providerId="Windows Live" clId="Web-{27E1D6C3-F97B-4596-9B13-23D33BF3069C}" dt="2026-01-29T14:34:12.025" v="95" actId="14100"/>
      <pc:docMkLst>
        <pc:docMk/>
      </pc:docMkLst>
      <pc:sldChg chg="addSp delSp modSp mod setBg">
        <pc:chgData name="bhurasanyam717@gmail.com" userId="b68a030977c80ce8" providerId="Windows Live" clId="Web-{27E1D6C3-F97B-4596-9B13-23D33BF3069C}" dt="2026-01-29T14:23:59.329" v="65" actId="1076"/>
        <pc:sldMkLst>
          <pc:docMk/>
          <pc:sldMk cId="2272459462" sldId="674"/>
        </pc:sldMkLst>
        <pc:spChg chg="mod">
          <ac:chgData name="bhurasanyam717@gmail.com" userId="b68a030977c80ce8" providerId="Windows Live" clId="Web-{27E1D6C3-F97B-4596-9B13-23D33BF3069C}" dt="2026-01-29T14:23:54.361" v="64"/>
          <ac:spMkLst>
            <pc:docMk/>
            <pc:sldMk cId="2272459462" sldId="674"/>
            <ac:spMk id="2" creationId="{61E853F5-3FF5-F820-B593-B4F4AF27A2B6}"/>
          </ac:spMkLst>
        </pc:spChg>
        <pc:spChg chg="mod ord">
          <ac:chgData name="bhurasanyam717@gmail.com" userId="b68a030977c80ce8" providerId="Windows Live" clId="Web-{27E1D6C3-F97B-4596-9B13-23D33BF3069C}" dt="2026-01-29T14:23:54.361" v="64"/>
          <ac:spMkLst>
            <pc:docMk/>
            <pc:sldMk cId="2272459462" sldId="674"/>
            <ac:spMk id="3" creationId="{5498D2CD-3F24-F46B-D0FD-F213BDB36EC1}"/>
          </ac:spMkLst>
        </pc:spChg>
        <pc:spChg chg="add del">
          <ac:chgData name="bhurasanyam717@gmail.com" userId="b68a030977c80ce8" providerId="Windows Live" clId="Web-{27E1D6C3-F97B-4596-9B13-23D33BF3069C}" dt="2026-01-29T14:22:20.173" v="50"/>
          <ac:spMkLst>
            <pc:docMk/>
            <pc:sldMk cId="2272459462" sldId="674"/>
            <ac:spMk id="10" creationId="{649C91A9-84E7-4BF0-9026-62F01380D853}"/>
          </ac:spMkLst>
        </pc:spChg>
        <pc:spChg chg="add del">
          <ac:chgData name="bhurasanyam717@gmail.com" userId="b68a030977c80ce8" providerId="Windows Live" clId="Web-{27E1D6C3-F97B-4596-9B13-23D33BF3069C}" dt="2026-01-29T14:22:20.173" v="50"/>
          <ac:spMkLst>
            <pc:docMk/>
            <pc:sldMk cId="2272459462" sldId="674"/>
            <ac:spMk id="12" creationId="{9B47378D-AD27-45D0-8C1C-5B1098DCC068}"/>
          </ac:spMkLst>
        </pc:spChg>
        <pc:spChg chg="add del">
          <ac:chgData name="bhurasanyam717@gmail.com" userId="b68a030977c80ce8" providerId="Windows Live" clId="Web-{27E1D6C3-F97B-4596-9B13-23D33BF3069C}" dt="2026-01-29T14:23:54.361" v="64"/>
          <ac:spMkLst>
            <pc:docMk/>
            <pc:sldMk cId="2272459462" sldId="674"/>
            <ac:spMk id="19" creationId="{131BAD53-4E89-4F62-BBB7-26359763ED39}"/>
          </ac:spMkLst>
        </pc:spChg>
        <pc:spChg chg="add del">
          <ac:chgData name="bhurasanyam717@gmail.com" userId="b68a030977c80ce8" providerId="Windows Live" clId="Web-{27E1D6C3-F97B-4596-9B13-23D33BF3069C}" dt="2026-01-29T14:23:54.361" v="64"/>
          <ac:spMkLst>
            <pc:docMk/>
            <pc:sldMk cId="2272459462" sldId="674"/>
            <ac:spMk id="21" creationId="{62756DA2-40EB-4C6F-B962-5822FFB54FB6}"/>
          </ac:spMkLst>
        </pc:spChg>
        <pc:picChg chg="add del mod">
          <ac:chgData name="bhurasanyam717@gmail.com" userId="b68a030977c80ce8" providerId="Windows Live" clId="Web-{27E1D6C3-F97B-4596-9B13-23D33BF3069C}" dt="2026-01-29T14:21:52.391" v="47"/>
          <ac:picMkLst>
            <pc:docMk/>
            <pc:sldMk cId="2272459462" sldId="674"/>
            <ac:picMk id="4" creationId="{0BAE25E9-A862-4C47-4F5C-874003D20A87}"/>
          </ac:picMkLst>
        </pc:picChg>
        <pc:picChg chg="add mod">
          <ac:chgData name="bhurasanyam717@gmail.com" userId="b68a030977c80ce8" providerId="Windows Live" clId="Web-{27E1D6C3-F97B-4596-9B13-23D33BF3069C}" dt="2026-01-29T14:23:59.329" v="65" actId="1076"/>
          <ac:picMkLst>
            <pc:docMk/>
            <pc:sldMk cId="2272459462" sldId="674"/>
            <ac:picMk id="5" creationId="{D1A0280A-FB8B-DF96-B4CA-829B431390FB}"/>
          </ac:picMkLst>
        </pc:picChg>
        <pc:picChg chg="del mod">
          <ac:chgData name="bhurasanyam717@gmail.com" userId="b68a030977c80ce8" providerId="Windows Live" clId="Web-{27E1D6C3-F97B-4596-9B13-23D33BF3069C}" dt="2026-01-29T14:19:02.605" v="38"/>
          <ac:picMkLst>
            <pc:docMk/>
            <pc:sldMk cId="2272459462" sldId="674"/>
            <ac:picMk id="8" creationId="{E07C29C1-113D-47C4-826B-4C987BCFFDC4}"/>
          </ac:picMkLst>
        </pc:picChg>
        <pc:cxnChg chg="add del">
          <ac:chgData name="bhurasanyam717@gmail.com" userId="b68a030977c80ce8" providerId="Windows Live" clId="Web-{27E1D6C3-F97B-4596-9B13-23D33BF3069C}" dt="2026-01-29T14:23:38.282" v="63"/>
          <ac:cxnSpMkLst>
            <pc:docMk/>
            <pc:sldMk cId="2272459462" sldId="674"/>
            <ac:cxnSpMk id="14" creationId="{FC23E3B9-5ABF-58B3-E2B0-E9A5DAA90037}"/>
          </ac:cxnSpMkLst>
        </pc:cxnChg>
        <pc:cxnChg chg="add">
          <ac:chgData name="bhurasanyam717@gmail.com" userId="b68a030977c80ce8" providerId="Windows Live" clId="Web-{27E1D6C3-F97B-4596-9B13-23D33BF3069C}" dt="2026-01-29T14:23:54.361" v="64"/>
          <ac:cxnSpMkLst>
            <pc:docMk/>
            <pc:sldMk cId="2272459462" sldId="674"/>
            <ac:cxnSpMk id="26" creationId="{249EDD1B-F94D-B4E6-ACAA-566B9A26FDE3}"/>
          </ac:cxnSpMkLst>
        </pc:cxnChg>
      </pc:sldChg>
      <pc:sldChg chg="addSp delSp modSp mod setBg">
        <pc:chgData name="bhurasanyam717@gmail.com" userId="b68a030977c80ce8" providerId="Windows Live" clId="Web-{27E1D6C3-F97B-4596-9B13-23D33BF3069C}" dt="2026-01-29T14:23:20.767" v="61" actId="1076"/>
        <pc:sldMkLst>
          <pc:docMk/>
          <pc:sldMk cId="1953804542" sldId="714"/>
        </pc:sldMkLst>
        <pc:spChg chg="mod ord">
          <ac:chgData name="bhurasanyam717@gmail.com" userId="b68a030977c80ce8" providerId="Windows Live" clId="Web-{27E1D6C3-F97B-4596-9B13-23D33BF3069C}" dt="2026-01-29T14:22:54.064" v="60"/>
          <ac:spMkLst>
            <pc:docMk/>
            <pc:sldMk cId="1953804542" sldId="714"/>
            <ac:spMk id="3" creationId="{67B003C9-103A-47E6-D7EB-87D0A8CB5431}"/>
          </ac:spMkLst>
        </pc:spChg>
        <pc:spChg chg="mod">
          <ac:chgData name="bhurasanyam717@gmail.com" userId="b68a030977c80ce8" providerId="Windows Live" clId="Web-{27E1D6C3-F97B-4596-9B13-23D33BF3069C}" dt="2026-01-29T14:22:54.064" v="60"/>
          <ac:spMkLst>
            <pc:docMk/>
            <pc:sldMk cId="1953804542" sldId="714"/>
            <ac:spMk id="5" creationId="{0C3C0682-5609-6E45-03D5-60B2F314469C}"/>
          </ac:spMkLst>
        </pc:spChg>
        <pc:spChg chg="add del">
          <ac:chgData name="bhurasanyam717@gmail.com" userId="b68a030977c80ce8" providerId="Windows Live" clId="Web-{27E1D6C3-F97B-4596-9B13-23D33BF3069C}" dt="2026-01-29T14:22:54.064" v="60"/>
          <ac:spMkLst>
            <pc:docMk/>
            <pc:sldMk cId="1953804542" sldId="714"/>
            <ac:spMk id="10" creationId="{C0763A76-9F1C-4FC5-82B7-DD475DA461B2}"/>
          </ac:spMkLst>
        </pc:spChg>
        <pc:spChg chg="add del">
          <ac:chgData name="bhurasanyam717@gmail.com" userId="b68a030977c80ce8" providerId="Windows Live" clId="Web-{27E1D6C3-F97B-4596-9B13-23D33BF3069C}" dt="2026-01-29T14:22:54.064" v="60"/>
          <ac:spMkLst>
            <pc:docMk/>
            <pc:sldMk cId="1953804542" sldId="714"/>
            <ac:spMk id="12" creationId="{E81BF4F6-F2CF-4984-9D14-D6966D92F99F}"/>
          </ac:spMkLst>
        </pc:spChg>
        <pc:grpChg chg="add del">
          <ac:chgData name="bhurasanyam717@gmail.com" userId="b68a030977c80ce8" providerId="Windows Live" clId="Web-{27E1D6C3-F97B-4596-9B13-23D33BF3069C}" dt="2026-01-29T14:22:48.079" v="55"/>
          <ac:grpSpMkLst>
            <pc:docMk/>
            <pc:sldMk cId="1953804542" sldId="714"/>
            <ac:grpSpMk id="20" creationId="{6258F736-B256-8039-9DC6-F4E49A5C5AD5}"/>
          </ac:grpSpMkLst>
        </pc:grpChg>
        <pc:grpChg chg="add del">
          <ac:chgData name="bhurasanyam717@gmail.com" userId="b68a030977c80ce8" providerId="Windows Live" clId="Web-{27E1D6C3-F97B-4596-9B13-23D33BF3069C}" dt="2026-01-29T14:22:51.642" v="57"/>
          <ac:grpSpMkLst>
            <pc:docMk/>
            <pc:sldMk cId="1953804542" sldId="714"/>
            <ac:grpSpMk id="22" creationId="{1FD67D68-9B83-C338-8342-3348D8F22347}"/>
          </ac:grpSpMkLst>
        </pc:grpChg>
        <pc:grpChg chg="add del">
          <ac:chgData name="bhurasanyam717@gmail.com" userId="b68a030977c80ce8" providerId="Windows Live" clId="Web-{27E1D6C3-F97B-4596-9B13-23D33BF3069C}" dt="2026-01-29T14:22:54.064" v="59"/>
          <ac:grpSpMkLst>
            <pc:docMk/>
            <pc:sldMk cId="1953804542" sldId="714"/>
            <ac:grpSpMk id="24" creationId="{6258F736-B256-8039-9DC6-F4E49A5C5AD5}"/>
          </ac:grpSpMkLst>
        </pc:grpChg>
        <pc:picChg chg="add mod">
          <ac:chgData name="bhurasanyam717@gmail.com" userId="b68a030977c80ce8" providerId="Windows Live" clId="Web-{27E1D6C3-F97B-4596-9B13-23D33BF3069C}" dt="2026-01-29T14:23:20.767" v="61" actId="1076"/>
          <ac:picMkLst>
            <pc:docMk/>
            <pc:sldMk cId="1953804542" sldId="714"/>
            <ac:picMk id="2" creationId="{6A076625-10A7-77D4-5480-B0E8BF2B5C52}"/>
          </ac:picMkLst>
        </pc:picChg>
        <pc:picChg chg="del">
          <ac:chgData name="bhurasanyam717@gmail.com" userId="b68a030977c80ce8" providerId="Windows Live" clId="Web-{27E1D6C3-F97B-4596-9B13-23D33BF3069C}" dt="2026-01-29T14:09:43.917" v="12"/>
          <ac:picMkLst>
            <pc:docMk/>
            <pc:sldMk cId="1953804542" sldId="714"/>
            <ac:picMk id="1027" creationId="{EB23C528-70F2-BA5F-6755-F4C724EF1B38}"/>
          </ac:picMkLst>
        </pc:picChg>
        <pc:cxnChg chg="add del">
          <ac:chgData name="bhurasanyam717@gmail.com" userId="b68a030977c80ce8" providerId="Windows Live" clId="Web-{27E1D6C3-F97B-4596-9B13-23D33BF3069C}" dt="2026-01-29T14:22:43.548" v="53"/>
          <ac:cxnSpMkLst>
            <pc:docMk/>
            <pc:sldMk cId="1953804542" sldId="714"/>
            <ac:cxnSpMk id="17" creationId="{249EDD1B-F94D-B4E6-ACAA-566B9A26FDE3}"/>
          </ac:cxnSpMkLst>
        </pc:cxnChg>
        <pc:cxnChg chg="add">
          <ac:chgData name="bhurasanyam717@gmail.com" userId="b68a030977c80ce8" providerId="Windows Live" clId="Web-{27E1D6C3-F97B-4596-9B13-23D33BF3069C}" dt="2026-01-29T14:22:54.064" v="60"/>
          <ac:cxnSpMkLst>
            <pc:docMk/>
            <pc:sldMk cId="1953804542" sldId="714"/>
            <ac:cxnSpMk id="26" creationId="{249EDD1B-F94D-B4E6-ACAA-566B9A26FDE3}"/>
          </ac:cxnSpMkLst>
        </pc:cxnChg>
      </pc:sldChg>
      <pc:sldChg chg="addSp delSp modSp">
        <pc:chgData name="bhurasanyam717@gmail.com" userId="b68a030977c80ce8" providerId="Windows Live" clId="Web-{27E1D6C3-F97B-4596-9B13-23D33BF3069C}" dt="2026-01-29T14:26:46.893" v="74" actId="20577"/>
        <pc:sldMkLst>
          <pc:docMk/>
          <pc:sldMk cId="2332226826" sldId="715"/>
        </pc:sldMkLst>
        <pc:spChg chg="del">
          <ac:chgData name="bhurasanyam717@gmail.com" userId="b68a030977c80ce8" providerId="Windows Live" clId="Web-{27E1D6C3-F97B-4596-9B13-23D33BF3069C}" dt="2026-01-29T14:24:53.111" v="66"/>
          <ac:spMkLst>
            <pc:docMk/>
            <pc:sldMk cId="2332226826" sldId="715"/>
            <ac:spMk id="2" creationId="{D9BF9895-50F9-7DE3-2050-323A3E8E6E3C}"/>
          </ac:spMkLst>
        </pc:spChg>
        <pc:spChg chg="mod">
          <ac:chgData name="bhurasanyam717@gmail.com" userId="b68a030977c80ce8" providerId="Windows Live" clId="Web-{27E1D6C3-F97B-4596-9B13-23D33BF3069C}" dt="2026-01-29T14:26:46.893" v="74" actId="20577"/>
          <ac:spMkLst>
            <pc:docMk/>
            <pc:sldMk cId="2332226826" sldId="715"/>
            <ac:spMk id="3" creationId="{F6B8DEF2-B7D9-0381-7737-61E0E0792CEB}"/>
          </ac:spMkLst>
        </pc:spChg>
        <pc:spChg chg="add mod">
          <ac:chgData name="bhurasanyam717@gmail.com" userId="b68a030977c80ce8" providerId="Windows Live" clId="Web-{27E1D6C3-F97B-4596-9B13-23D33BF3069C}" dt="2026-01-29T14:24:56.720" v="67" actId="20577"/>
          <ac:spMkLst>
            <pc:docMk/>
            <pc:sldMk cId="2332226826" sldId="715"/>
            <ac:spMk id="6" creationId="{6DE7A44D-5EE7-387D-9F21-476355535C30}"/>
          </ac:spMkLst>
        </pc:spChg>
      </pc:sldChg>
      <pc:sldChg chg="modSp">
        <pc:chgData name="bhurasanyam717@gmail.com" userId="b68a030977c80ce8" providerId="Windows Live" clId="Web-{27E1D6C3-F97B-4596-9B13-23D33BF3069C}" dt="2026-01-29T14:34:12.025" v="95" actId="14100"/>
        <pc:sldMkLst>
          <pc:docMk/>
          <pc:sldMk cId="2048740809" sldId="717"/>
        </pc:sldMkLst>
        <pc:spChg chg="mod">
          <ac:chgData name="bhurasanyam717@gmail.com" userId="b68a030977c80ce8" providerId="Windows Live" clId="Web-{27E1D6C3-F97B-4596-9B13-23D33BF3069C}" dt="2026-01-29T14:34:12.025" v="95" actId="14100"/>
          <ac:spMkLst>
            <pc:docMk/>
            <pc:sldMk cId="2048740809" sldId="717"/>
            <ac:spMk id="3" creationId="{6F5B1CA3-A7C9-23EC-C46C-51BE35722F54}"/>
          </ac:spMkLst>
        </pc:spChg>
        <pc:picChg chg="mod">
          <ac:chgData name="bhurasanyam717@gmail.com" userId="b68a030977c80ce8" providerId="Windows Live" clId="Web-{27E1D6C3-F97B-4596-9B13-23D33BF3069C}" dt="2026-01-29T14:33:27.259" v="92" actId="14100"/>
          <ac:picMkLst>
            <pc:docMk/>
            <pc:sldMk cId="2048740809" sldId="717"/>
            <ac:picMk id="4" creationId="{AC07FD76-E4FE-E285-0964-77395F81E879}"/>
          </ac:picMkLst>
        </pc:picChg>
      </pc:sldChg>
    </pc:docChg>
  </pc:docChgLst>
  <pc:docChgLst>
    <pc:chgData name="bhurasanyam717@gmail.com" userId="b68a030977c80ce8" providerId="Windows Live" clId="Web-{4C79402B-E579-4FD8-86F4-0900FA6B06AA}"/>
    <pc:docChg chg="addSld delSld modSld sldOrd">
      <pc:chgData name="bhurasanyam717@gmail.com" userId="b68a030977c80ce8" providerId="Windows Live" clId="Web-{4C79402B-E579-4FD8-86F4-0900FA6B06AA}" dt="2026-01-29T22:59:10.489" v="626"/>
      <pc:docMkLst>
        <pc:docMk/>
      </pc:docMkLst>
      <pc:sldChg chg="addSp delSp modSp">
        <pc:chgData name="bhurasanyam717@gmail.com" userId="b68a030977c80ce8" providerId="Windows Live" clId="Web-{4C79402B-E579-4FD8-86F4-0900FA6B06AA}" dt="2026-01-29T22:59:10.489" v="626"/>
        <pc:sldMkLst>
          <pc:docMk/>
          <pc:sldMk cId="2272459462" sldId="674"/>
        </pc:sldMkLst>
        <pc:spChg chg="del mod">
          <ac:chgData name="bhurasanyam717@gmail.com" userId="b68a030977c80ce8" providerId="Windows Live" clId="Web-{4C79402B-E579-4FD8-86F4-0900FA6B06AA}" dt="2026-01-29T22:57:34.316" v="619"/>
          <ac:spMkLst>
            <pc:docMk/>
            <pc:sldMk cId="2272459462" sldId="674"/>
            <ac:spMk id="2" creationId="{61E853F5-3FF5-F820-B593-B4F4AF27A2B6}"/>
          </ac:spMkLst>
        </pc:spChg>
        <pc:spChg chg="del mod">
          <ac:chgData name="bhurasanyam717@gmail.com" userId="b68a030977c80ce8" providerId="Windows Live" clId="Web-{4C79402B-E579-4FD8-86F4-0900FA6B06AA}" dt="2026-01-29T22:57:34.223" v="618"/>
          <ac:spMkLst>
            <pc:docMk/>
            <pc:sldMk cId="2272459462" sldId="674"/>
            <ac:spMk id="3" creationId="{5498D2CD-3F24-F46B-D0FD-F213BDB36EC1}"/>
          </ac:spMkLst>
        </pc:spChg>
        <pc:spChg chg="add del">
          <ac:chgData name="bhurasanyam717@gmail.com" userId="b68a030977c80ce8" providerId="Windows Live" clId="Web-{4C79402B-E579-4FD8-86F4-0900FA6B06AA}" dt="2026-01-29T22:57:23.176" v="616"/>
          <ac:spMkLst>
            <pc:docMk/>
            <pc:sldMk cId="2272459462" sldId="674"/>
            <ac:spMk id="4" creationId="{972843FE-8C75-1D17-524D-14BCEE281C39}"/>
          </ac:spMkLst>
        </pc:spChg>
        <pc:spChg chg="add mod ord">
          <ac:chgData name="bhurasanyam717@gmail.com" userId="b68a030977c80ce8" providerId="Windows Live" clId="Web-{4C79402B-E579-4FD8-86F4-0900FA6B06AA}" dt="2026-01-29T22:59:10.489" v="626"/>
          <ac:spMkLst>
            <pc:docMk/>
            <pc:sldMk cId="2272459462" sldId="674"/>
            <ac:spMk id="7" creationId="{2F447DFE-2641-36DE-6939-8553123AACD9}"/>
          </ac:spMkLst>
        </pc:spChg>
        <pc:spChg chg="add mod">
          <ac:chgData name="bhurasanyam717@gmail.com" userId="b68a030977c80ce8" providerId="Windows Live" clId="Web-{4C79402B-E579-4FD8-86F4-0900FA6B06AA}" dt="2026-01-29T22:59:10.489" v="626"/>
          <ac:spMkLst>
            <pc:docMk/>
            <pc:sldMk cId="2272459462" sldId="674"/>
            <ac:spMk id="9" creationId="{B811874E-3C09-7047-0200-8C4490C4B11A}"/>
          </ac:spMkLst>
        </pc:spChg>
        <pc:spChg chg="add del">
          <ac:chgData name="bhurasanyam717@gmail.com" userId="b68a030977c80ce8" providerId="Windows Live" clId="Web-{4C79402B-E579-4FD8-86F4-0900FA6B06AA}" dt="2026-01-29T21:10:18.905" v="263"/>
          <ac:spMkLst>
            <pc:docMk/>
            <pc:sldMk cId="2272459462" sldId="674"/>
            <ac:spMk id="67" creationId="{9C3A50E9-9119-7BC3-083B-2D84CCC78E47}"/>
          </ac:spMkLst>
        </pc:spChg>
        <pc:spChg chg="add del">
          <ac:chgData name="bhurasanyam717@gmail.com" userId="b68a030977c80ce8" providerId="Windows Live" clId="Web-{4C79402B-E579-4FD8-86F4-0900FA6B06AA}" dt="2026-01-29T21:10:18.905" v="263"/>
          <ac:spMkLst>
            <pc:docMk/>
            <pc:sldMk cId="2272459462" sldId="674"/>
            <ac:spMk id="73" creationId="{AE3A741D-C19B-960A-5803-1C5887147820}"/>
          </ac:spMkLst>
        </pc:spChg>
        <pc:spChg chg="add del">
          <ac:chgData name="bhurasanyam717@gmail.com" userId="b68a030977c80ce8" providerId="Windows Live" clId="Web-{4C79402B-E579-4FD8-86F4-0900FA6B06AA}" dt="2026-01-29T21:10:18.905" v="263"/>
          <ac:spMkLst>
            <pc:docMk/>
            <pc:sldMk cId="2272459462" sldId="674"/>
            <ac:spMk id="74" creationId="{DC39DE25-0E4E-0AA7-0932-1D78C2372786}"/>
          </ac:spMkLst>
        </pc:spChg>
        <pc:spChg chg="add del">
          <ac:chgData name="bhurasanyam717@gmail.com" userId="b68a030977c80ce8" providerId="Windows Live" clId="Web-{4C79402B-E579-4FD8-86F4-0900FA6B06AA}" dt="2026-01-29T21:10:18.905" v="263"/>
          <ac:spMkLst>
            <pc:docMk/>
            <pc:sldMk cId="2272459462" sldId="674"/>
            <ac:spMk id="75" creationId="{8D6EA299-0840-6DEA-E670-C49AEBC87E89}"/>
          </ac:spMkLst>
        </pc:spChg>
        <pc:spChg chg="add del">
          <ac:chgData name="bhurasanyam717@gmail.com" userId="b68a030977c80ce8" providerId="Windows Live" clId="Web-{4C79402B-E579-4FD8-86F4-0900FA6B06AA}" dt="2026-01-29T21:10:21.781" v="265"/>
          <ac:spMkLst>
            <pc:docMk/>
            <pc:sldMk cId="2272459462" sldId="674"/>
            <ac:spMk id="77" creationId="{201CC55D-ED54-4C5C-95E6-10947BD1103B}"/>
          </ac:spMkLst>
        </pc:spChg>
        <pc:spChg chg="add del">
          <ac:chgData name="bhurasanyam717@gmail.com" userId="b68a030977c80ce8" providerId="Windows Live" clId="Web-{4C79402B-E579-4FD8-86F4-0900FA6B06AA}" dt="2026-01-29T21:10:21.781" v="265"/>
          <ac:spMkLst>
            <pc:docMk/>
            <pc:sldMk cId="2272459462" sldId="674"/>
            <ac:spMk id="80" creationId="{3873B707-463F-40B0-8227-E8CC6C67EB25}"/>
          </ac:spMkLst>
        </pc:spChg>
        <pc:spChg chg="add del">
          <ac:chgData name="bhurasanyam717@gmail.com" userId="b68a030977c80ce8" providerId="Windows Live" clId="Web-{4C79402B-E579-4FD8-86F4-0900FA6B06AA}" dt="2026-01-29T21:10:21.781" v="265"/>
          <ac:spMkLst>
            <pc:docMk/>
            <pc:sldMk cId="2272459462" sldId="674"/>
            <ac:spMk id="81" creationId="{C13237C8-E62C-4F0D-A318-BD6FB6C2D138}"/>
          </ac:spMkLst>
        </pc:spChg>
        <pc:spChg chg="add del">
          <ac:chgData name="bhurasanyam717@gmail.com" userId="b68a030977c80ce8" providerId="Windows Live" clId="Web-{4C79402B-E579-4FD8-86F4-0900FA6B06AA}" dt="2026-01-29T21:10:21.781" v="265"/>
          <ac:spMkLst>
            <pc:docMk/>
            <pc:sldMk cId="2272459462" sldId="674"/>
            <ac:spMk id="82" creationId="{19C9EAEA-39D0-4B0E-A0EB-51E7B26740B1}"/>
          </ac:spMkLst>
        </pc:spChg>
        <pc:grpChg chg="add del">
          <ac:chgData name="bhurasanyam717@gmail.com" userId="b68a030977c80ce8" providerId="Windows Live" clId="Web-{4C79402B-E579-4FD8-86F4-0900FA6B06AA}" dt="2026-01-29T21:10:21.781" v="266"/>
          <ac:grpSpMkLst>
            <pc:docMk/>
            <pc:sldMk cId="2272459462" sldId="674"/>
            <ac:grpSpMk id="58" creationId="{6258F736-B256-8039-9DC6-F4E49A5C5AD5}"/>
          </ac:grpSpMkLst>
        </pc:grpChg>
        <pc:grpChg chg="add del">
          <ac:chgData name="bhurasanyam717@gmail.com" userId="b68a030977c80ce8" providerId="Windows Live" clId="Web-{4C79402B-E579-4FD8-86F4-0900FA6B06AA}" dt="2026-01-29T21:10:08.030" v="257"/>
          <ac:grpSpMkLst>
            <pc:docMk/>
            <pc:sldMk cId="2272459462" sldId="674"/>
            <ac:grpSpMk id="65" creationId="{6258F736-B256-8039-9DC6-F4E49A5C5AD5}"/>
          </ac:grpSpMkLst>
        </pc:grpChg>
        <pc:grpChg chg="add del">
          <ac:chgData name="bhurasanyam717@gmail.com" userId="b68a030977c80ce8" providerId="Windows Live" clId="Web-{4C79402B-E579-4FD8-86F4-0900FA6B06AA}" dt="2026-01-29T21:10:10.655" v="259"/>
          <ac:grpSpMkLst>
            <pc:docMk/>
            <pc:sldMk cId="2272459462" sldId="674"/>
            <ac:grpSpMk id="69" creationId="{A5AFD70F-20E3-55D2-E154-7D4FACFBB016}"/>
          </ac:grpSpMkLst>
        </pc:grpChg>
        <pc:grpChg chg="add del">
          <ac:chgData name="bhurasanyam717@gmail.com" userId="b68a030977c80ce8" providerId="Windows Live" clId="Web-{4C79402B-E579-4FD8-86F4-0900FA6B06AA}" dt="2026-01-29T21:10:16.327" v="261"/>
          <ac:grpSpMkLst>
            <pc:docMk/>
            <pc:sldMk cId="2272459462" sldId="674"/>
            <ac:grpSpMk id="71" creationId="{3AFCAD34-1AFC-BC1A-F6B2-C34C63912EAB}"/>
          </ac:grpSpMkLst>
        </pc:grpChg>
        <pc:grpChg chg="add del">
          <ac:chgData name="bhurasanyam717@gmail.com" userId="b68a030977c80ce8" providerId="Windows Live" clId="Web-{4C79402B-E579-4FD8-86F4-0900FA6B06AA}" dt="2026-01-29T21:10:21.781" v="265"/>
          <ac:grpSpMkLst>
            <pc:docMk/>
            <pc:sldMk cId="2272459462" sldId="674"/>
            <ac:grpSpMk id="78" creationId="{1DE889C7-FAD6-4397-98E2-05D503484459}"/>
          </ac:grpSpMkLst>
        </pc:grpChg>
        <pc:grpChg chg="add del">
          <ac:chgData name="bhurasanyam717@gmail.com" userId="b68a030977c80ce8" providerId="Windows Live" clId="Web-{4C79402B-E579-4FD8-86F4-0900FA6B06AA}" dt="2026-01-29T22:58:44.067" v="625"/>
          <ac:grpSpMkLst>
            <pc:docMk/>
            <pc:sldMk cId="2272459462" sldId="674"/>
            <ac:grpSpMk id="84" creationId="{C54A2A4D-19EF-3552-F383-6AD9587C8AFC}"/>
          </ac:grpSpMkLst>
        </pc:grpChg>
        <pc:picChg chg="mod ord">
          <ac:chgData name="bhurasanyam717@gmail.com" userId="b68a030977c80ce8" providerId="Windows Live" clId="Web-{4C79402B-E579-4FD8-86F4-0900FA6B06AA}" dt="2026-01-29T22:59:10.489" v="626"/>
          <ac:picMkLst>
            <pc:docMk/>
            <pc:sldMk cId="2272459462" sldId="674"/>
            <ac:picMk id="5" creationId="{D1A0280A-FB8B-DF96-B4CA-829B431390FB}"/>
          </ac:picMkLst>
        </pc:picChg>
        <pc:cxnChg chg="add del">
          <ac:chgData name="bhurasanyam717@gmail.com" userId="b68a030977c80ce8" providerId="Windows Live" clId="Web-{4C79402B-E579-4FD8-86F4-0900FA6B06AA}" dt="2026-01-29T22:59:10.489" v="626"/>
          <ac:cxnSpMkLst>
            <pc:docMk/>
            <pc:sldMk cId="2272459462" sldId="674"/>
            <ac:cxnSpMk id="90" creationId="{FC23E3B9-5ABF-58B3-E2B0-E9A5DAA90037}"/>
          </ac:cxnSpMkLst>
        </pc:cxnChg>
        <pc:cxnChg chg="add">
          <ac:chgData name="bhurasanyam717@gmail.com" userId="b68a030977c80ce8" providerId="Windows Live" clId="Web-{4C79402B-E579-4FD8-86F4-0900FA6B06AA}" dt="2026-01-29T22:59:10.489" v="626"/>
          <ac:cxnSpMkLst>
            <pc:docMk/>
            <pc:sldMk cId="2272459462" sldId="674"/>
            <ac:cxnSpMk id="95" creationId="{1503BFE4-729B-D9D0-C17B-501E6AF1127A}"/>
          </ac:cxnSpMkLst>
        </pc:cxnChg>
      </pc:sldChg>
      <pc:sldChg chg="addSp delSp modSp">
        <pc:chgData name="bhurasanyam717@gmail.com" userId="b68a030977c80ce8" providerId="Windows Live" clId="Web-{4C79402B-E579-4FD8-86F4-0900FA6B06AA}" dt="2026-01-29T20:46:02.119" v="120"/>
        <pc:sldMkLst>
          <pc:docMk/>
          <pc:sldMk cId="2845992452" sldId="676"/>
        </pc:sldMkLst>
        <pc:spChg chg="mod ord">
          <ac:chgData name="bhurasanyam717@gmail.com" userId="b68a030977c80ce8" providerId="Windows Live" clId="Web-{4C79402B-E579-4FD8-86F4-0900FA6B06AA}" dt="2026-01-29T20:46:02.119" v="120"/>
          <ac:spMkLst>
            <pc:docMk/>
            <pc:sldMk cId="2845992452" sldId="676"/>
            <ac:spMk id="8" creationId="{5A3D082A-C4F1-42F1-EC1A-A63F775D81A6}"/>
          </ac:spMkLst>
        </pc:spChg>
        <pc:spChg chg="mod">
          <ac:chgData name="bhurasanyam717@gmail.com" userId="b68a030977c80ce8" providerId="Windows Live" clId="Web-{4C79402B-E579-4FD8-86F4-0900FA6B06AA}" dt="2026-01-29T20:46:02.119" v="120"/>
          <ac:spMkLst>
            <pc:docMk/>
            <pc:sldMk cId="2845992452" sldId="676"/>
            <ac:spMk id="18" creationId="{FF680013-9BBB-A939-E01F-683FD1DB579D}"/>
          </ac:spMkLst>
        </pc:spChg>
        <pc:grpChg chg="del">
          <ac:chgData name="bhurasanyam717@gmail.com" userId="b68a030977c80ce8" providerId="Windows Live" clId="Web-{4C79402B-E579-4FD8-86F4-0900FA6B06AA}" dt="2026-01-29T20:45:01.080" v="108"/>
          <ac:grpSpMkLst>
            <pc:docMk/>
            <pc:sldMk cId="2845992452" sldId="676"/>
            <ac:grpSpMk id="55" creationId="{C54A2A4D-19EF-3552-F383-6AD9587C8AFC}"/>
          </ac:grpSpMkLst>
        </pc:grpChg>
        <pc:grpChg chg="add del">
          <ac:chgData name="bhurasanyam717@gmail.com" userId="b68a030977c80ce8" providerId="Windows Live" clId="Web-{4C79402B-E579-4FD8-86F4-0900FA6B06AA}" dt="2026-01-29T20:46:02.119" v="120"/>
          <ac:grpSpMkLst>
            <pc:docMk/>
            <pc:sldMk cId="2845992452" sldId="676"/>
            <ac:grpSpMk id="62" creationId="{6258F736-B256-8039-9DC6-F4E49A5C5AD5}"/>
          </ac:grpSpMkLst>
        </pc:grpChg>
        <pc:grpChg chg="add del">
          <ac:chgData name="bhurasanyam717@gmail.com" userId="b68a030977c80ce8" providerId="Windows Live" clId="Web-{4C79402B-E579-4FD8-86F4-0900FA6B06AA}" dt="2026-01-29T20:45:40.181" v="117"/>
          <ac:grpSpMkLst>
            <pc:docMk/>
            <pc:sldMk cId="2845992452" sldId="676"/>
            <ac:grpSpMk id="69" creationId="{1FD67D68-9B83-C338-8342-3348D8F22347}"/>
          </ac:grpSpMkLst>
        </pc:grpChg>
        <pc:grpChg chg="add del">
          <ac:chgData name="bhurasanyam717@gmail.com" userId="b68a030977c80ce8" providerId="Windows Live" clId="Web-{4C79402B-E579-4FD8-86F4-0900FA6B06AA}" dt="2026-01-29T20:46:02.103" v="119"/>
          <ac:grpSpMkLst>
            <pc:docMk/>
            <pc:sldMk cId="2845992452" sldId="676"/>
            <ac:grpSpMk id="73" creationId="{6258F736-B256-8039-9DC6-F4E49A5C5AD5}"/>
          </ac:grpSpMkLst>
        </pc:grpChg>
        <pc:grpChg chg="add">
          <ac:chgData name="bhurasanyam717@gmail.com" userId="b68a030977c80ce8" providerId="Windows Live" clId="Web-{4C79402B-E579-4FD8-86F4-0900FA6B06AA}" dt="2026-01-29T20:46:02.119" v="120"/>
          <ac:grpSpMkLst>
            <pc:docMk/>
            <pc:sldMk cId="2845992452" sldId="676"/>
            <ac:grpSpMk id="75" creationId="{BE589684-54CA-64D8-C963-5F19FF75BF72}"/>
          </ac:grpSpMkLst>
        </pc:grpChg>
        <pc:picChg chg="mod ord">
          <ac:chgData name="bhurasanyam717@gmail.com" userId="b68a030977c80ce8" providerId="Windows Live" clId="Web-{4C79402B-E579-4FD8-86F4-0900FA6B06AA}" dt="2026-01-29T20:46:02.119" v="120"/>
          <ac:picMkLst>
            <pc:docMk/>
            <pc:sldMk cId="2845992452" sldId="676"/>
            <ac:picMk id="6" creationId="{AD7D35E0-AA22-CC61-0882-8E3FE0C3698A}"/>
          </ac:picMkLst>
        </pc:picChg>
      </pc:sldChg>
      <pc:sldChg chg="addSp delSp modSp">
        <pc:chgData name="bhurasanyam717@gmail.com" userId="b68a030977c80ce8" providerId="Windows Live" clId="Web-{4C79402B-E579-4FD8-86F4-0900FA6B06AA}" dt="2026-01-29T22:41:35.570" v="575"/>
        <pc:sldMkLst>
          <pc:docMk/>
          <pc:sldMk cId="1953804542" sldId="714"/>
        </pc:sldMkLst>
        <pc:spChg chg="mod ord">
          <ac:chgData name="bhurasanyam717@gmail.com" userId="b68a030977c80ce8" providerId="Windows Live" clId="Web-{4C79402B-E579-4FD8-86F4-0900FA6B06AA}" dt="2026-01-29T22:41:35.570" v="575"/>
          <ac:spMkLst>
            <pc:docMk/>
            <pc:sldMk cId="1953804542" sldId="714"/>
            <ac:spMk id="3" creationId="{67B003C9-103A-47E6-D7EB-87D0A8CB5431}"/>
          </ac:spMkLst>
        </pc:spChg>
        <pc:spChg chg="mod">
          <ac:chgData name="bhurasanyam717@gmail.com" userId="b68a030977c80ce8" providerId="Windows Live" clId="Web-{4C79402B-E579-4FD8-86F4-0900FA6B06AA}" dt="2026-01-29T22:41:35.570" v="575"/>
          <ac:spMkLst>
            <pc:docMk/>
            <pc:sldMk cId="1953804542" sldId="714"/>
            <ac:spMk id="5" creationId="{0C3C0682-5609-6E45-03D5-60B2F314469C}"/>
          </ac:spMkLst>
        </pc:spChg>
        <pc:spChg chg="add del">
          <ac:chgData name="bhurasanyam717@gmail.com" userId="b68a030977c80ce8" providerId="Windows Live" clId="Web-{4C79402B-E579-4FD8-86F4-0900FA6B06AA}" dt="2026-01-29T21:06:53.141" v="230"/>
          <ac:spMkLst>
            <pc:docMk/>
            <pc:sldMk cId="1953804542" sldId="714"/>
            <ac:spMk id="62" creationId="{9C3A50E9-9119-7BC3-083B-2D84CCC78E47}"/>
          </ac:spMkLst>
        </pc:spChg>
        <pc:spChg chg="add del">
          <ac:chgData name="bhurasanyam717@gmail.com" userId="b68a030977c80ce8" providerId="Windows Live" clId="Web-{4C79402B-E579-4FD8-86F4-0900FA6B06AA}" dt="2026-01-29T21:06:53.141" v="230"/>
          <ac:spMkLst>
            <pc:docMk/>
            <pc:sldMk cId="1953804542" sldId="714"/>
            <ac:spMk id="66" creationId="{8D6EA299-0840-6DEA-E670-C49AEBC87E89}"/>
          </ac:spMkLst>
        </pc:spChg>
        <pc:spChg chg="add del">
          <ac:chgData name="bhurasanyam717@gmail.com" userId="b68a030977c80ce8" providerId="Windows Live" clId="Web-{4C79402B-E579-4FD8-86F4-0900FA6B06AA}" dt="2026-01-29T21:06:53.141" v="230"/>
          <ac:spMkLst>
            <pc:docMk/>
            <pc:sldMk cId="1953804542" sldId="714"/>
            <ac:spMk id="67" creationId="{AE3A741D-C19B-960A-5803-1C5887147820}"/>
          </ac:spMkLst>
        </pc:spChg>
        <pc:spChg chg="add del">
          <ac:chgData name="bhurasanyam717@gmail.com" userId="b68a030977c80ce8" providerId="Windows Live" clId="Web-{4C79402B-E579-4FD8-86F4-0900FA6B06AA}" dt="2026-01-29T21:06:53.141" v="230"/>
          <ac:spMkLst>
            <pc:docMk/>
            <pc:sldMk cId="1953804542" sldId="714"/>
            <ac:spMk id="68" creationId="{DC39DE25-0E4E-0AA7-0932-1D78C2372786}"/>
          </ac:spMkLst>
        </pc:spChg>
        <pc:spChg chg="add del">
          <ac:chgData name="bhurasanyam717@gmail.com" userId="b68a030977c80ce8" providerId="Windows Live" clId="Web-{4C79402B-E579-4FD8-86F4-0900FA6B06AA}" dt="2026-01-29T22:41:35.570" v="575"/>
          <ac:spMkLst>
            <pc:docMk/>
            <pc:sldMk cId="1953804542" sldId="714"/>
            <ac:spMk id="73" creationId="{45D37F4E-DDB4-456B-97E0-9937730A039F}"/>
          </ac:spMkLst>
        </pc:spChg>
        <pc:spChg chg="add del">
          <ac:chgData name="bhurasanyam717@gmail.com" userId="b68a030977c80ce8" providerId="Windows Live" clId="Web-{4C79402B-E579-4FD8-86F4-0900FA6B06AA}" dt="2026-01-29T22:41:35.570" v="575"/>
          <ac:spMkLst>
            <pc:docMk/>
            <pc:sldMk cId="1953804542" sldId="714"/>
            <ac:spMk id="74" creationId="{B2DD41CD-8F47-4F56-AD12-4E2FF7696987}"/>
          </ac:spMkLst>
        </pc:spChg>
        <pc:grpChg chg="add del">
          <ac:chgData name="bhurasanyam717@gmail.com" userId="b68a030977c80ce8" providerId="Windows Live" clId="Web-{4C79402B-E579-4FD8-86F4-0900FA6B06AA}" dt="2026-01-29T21:02:05.589" v="212"/>
          <ac:grpSpMkLst>
            <pc:docMk/>
            <pc:sldMk cId="1953804542" sldId="714"/>
            <ac:grpSpMk id="38" creationId="{6258F736-B256-8039-9DC6-F4E49A5C5AD5}"/>
          </ac:grpSpMkLst>
        </pc:grpChg>
        <pc:grpChg chg="add del">
          <ac:chgData name="bhurasanyam717@gmail.com" userId="b68a030977c80ce8" providerId="Windows Live" clId="Web-{4C79402B-E579-4FD8-86F4-0900FA6B06AA}" dt="2026-01-29T21:01:43.854" v="205"/>
          <ac:grpSpMkLst>
            <pc:docMk/>
            <pc:sldMk cId="1953804542" sldId="714"/>
            <ac:grpSpMk id="45" creationId="{1FD67D68-9B83-C338-8342-3348D8F22347}"/>
          </ac:grpSpMkLst>
        </pc:grpChg>
        <pc:grpChg chg="add del">
          <ac:chgData name="bhurasanyam717@gmail.com" userId="b68a030977c80ce8" providerId="Windows Live" clId="Web-{4C79402B-E579-4FD8-86F4-0900FA6B06AA}" dt="2026-01-29T21:01:49.104" v="207"/>
          <ac:grpSpMkLst>
            <pc:docMk/>
            <pc:sldMk cId="1953804542" sldId="714"/>
            <ac:grpSpMk id="49" creationId="{442598CC-934A-7BCD-C691-B2FE74CEDE6E}"/>
          </ac:grpSpMkLst>
        </pc:grpChg>
        <pc:grpChg chg="add del">
          <ac:chgData name="bhurasanyam717@gmail.com" userId="b68a030977c80ce8" providerId="Windows Live" clId="Web-{4C79402B-E579-4FD8-86F4-0900FA6B06AA}" dt="2026-01-29T21:01:55.885" v="209"/>
          <ac:grpSpMkLst>
            <pc:docMk/>
            <pc:sldMk cId="1953804542" sldId="714"/>
            <ac:grpSpMk id="51" creationId="{C54A2A4D-19EF-3552-F383-6AD9587C8AFC}"/>
          </ac:grpSpMkLst>
        </pc:grpChg>
        <pc:grpChg chg="add del">
          <ac:chgData name="bhurasanyam717@gmail.com" userId="b68a030977c80ce8" providerId="Windows Live" clId="Web-{4C79402B-E579-4FD8-86F4-0900FA6B06AA}" dt="2026-01-29T21:02:05.589" v="211"/>
          <ac:grpSpMkLst>
            <pc:docMk/>
            <pc:sldMk cId="1953804542" sldId="714"/>
            <ac:grpSpMk id="53" creationId="{8CE57D37-C2D0-066B-1AE3-6F4244344F27}"/>
          </ac:grpSpMkLst>
        </pc:grpChg>
        <pc:grpChg chg="add del">
          <ac:chgData name="bhurasanyam717@gmail.com" userId="b68a030977c80ce8" providerId="Windows Live" clId="Web-{4C79402B-E579-4FD8-86F4-0900FA6B06AA}" dt="2026-01-29T21:06:56.376" v="233"/>
          <ac:grpSpMkLst>
            <pc:docMk/>
            <pc:sldMk cId="1953804542" sldId="714"/>
            <ac:grpSpMk id="55" creationId="{C54A2A4D-19EF-3552-F383-6AD9587C8AFC}"/>
          </ac:grpSpMkLst>
        </pc:grpChg>
        <pc:grpChg chg="add del">
          <ac:chgData name="bhurasanyam717@gmail.com" userId="b68a030977c80ce8" providerId="Windows Live" clId="Web-{4C79402B-E579-4FD8-86F4-0900FA6B06AA}" dt="2026-01-29T21:06:46.282" v="226"/>
          <ac:grpSpMkLst>
            <pc:docMk/>
            <pc:sldMk cId="1953804542" sldId="714"/>
            <ac:grpSpMk id="60" creationId="{5EFBDE31-BB3E-6CFC-23CD-B5976DA38438}"/>
          </ac:grpSpMkLst>
        </pc:grpChg>
        <pc:grpChg chg="add del">
          <ac:chgData name="bhurasanyam717@gmail.com" userId="b68a030977c80ce8" providerId="Windows Live" clId="Web-{4C79402B-E579-4FD8-86F4-0900FA6B06AA}" dt="2026-01-29T21:06:50.594" v="228"/>
          <ac:grpSpMkLst>
            <pc:docMk/>
            <pc:sldMk cId="1953804542" sldId="714"/>
            <ac:grpSpMk id="64" creationId="{442598CC-934A-7BCD-C691-B2FE74CEDE6E}"/>
          </ac:grpSpMkLst>
        </pc:grpChg>
        <pc:grpChg chg="add del">
          <ac:chgData name="bhurasanyam717@gmail.com" userId="b68a030977c80ce8" providerId="Windows Live" clId="Web-{4C79402B-E579-4FD8-86F4-0900FA6B06AA}" dt="2026-01-29T21:06:56.360" v="232"/>
          <ac:grpSpMkLst>
            <pc:docMk/>
            <pc:sldMk cId="1953804542" sldId="714"/>
            <ac:grpSpMk id="70" creationId="{434FA563-76F6-CDCF-AEA0-A7B78E44647B}"/>
          </ac:grpSpMkLst>
        </pc:grpChg>
        <pc:grpChg chg="add">
          <ac:chgData name="bhurasanyam717@gmail.com" userId="b68a030977c80ce8" providerId="Windows Live" clId="Web-{4C79402B-E579-4FD8-86F4-0900FA6B06AA}" dt="2026-01-29T22:41:35.570" v="575"/>
          <ac:grpSpMkLst>
            <pc:docMk/>
            <pc:sldMk cId="1953804542" sldId="714"/>
            <ac:grpSpMk id="79" creationId="{16C73AF9-0D33-5C66-5D79-0D0129904B31}"/>
          </ac:grpSpMkLst>
        </pc:grpChg>
        <pc:picChg chg="mod">
          <ac:chgData name="bhurasanyam717@gmail.com" userId="b68a030977c80ce8" providerId="Windows Live" clId="Web-{4C79402B-E579-4FD8-86F4-0900FA6B06AA}" dt="2026-01-29T22:41:35.570" v="575"/>
          <ac:picMkLst>
            <pc:docMk/>
            <pc:sldMk cId="1953804542" sldId="714"/>
            <ac:picMk id="2" creationId="{6A076625-10A7-77D4-5480-B0E8BF2B5C52}"/>
          </ac:picMkLst>
        </pc:picChg>
      </pc:sldChg>
      <pc:sldChg chg="addSp delSp modSp">
        <pc:chgData name="bhurasanyam717@gmail.com" userId="b68a030977c80ce8" providerId="Windows Live" clId="Web-{4C79402B-E579-4FD8-86F4-0900FA6B06AA}" dt="2026-01-29T21:14:49.060" v="288"/>
        <pc:sldMkLst>
          <pc:docMk/>
          <pc:sldMk cId="2332226826" sldId="715"/>
        </pc:sldMkLst>
        <pc:spChg chg="mod ord">
          <ac:chgData name="bhurasanyam717@gmail.com" userId="b68a030977c80ce8" providerId="Windows Live" clId="Web-{4C79402B-E579-4FD8-86F4-0900FA6B06AA}" dt="2026-01-29T21:14:49.060" v="288"/>
          <ac:spMkLst>
            <pc:docMk/>
            <pc:sldMk cId="2332226826" sldId="715"/>
            <ac:spMk id="3" creationId="{F6B8DEF2-B7D9-0381-7737-61E0E0792CEB}"/>
          </ac:spMkLst>
        </pc:spChg>
        <pc:spChg chg="mod">
          <ac:chgData name="bhurasanyam717@gmail.com" userId="b68a030977c80ce8" providerId="Windows Live" clId="Web-{4C79402B-E579-4FD8-86F4-0900FA6B06AA}" dt="2026-01-29T21:14:49.060" v="288"/>
          <ac:spMkLst>
            <pc:docMk/>
            <pc:sldMk cId="2332226826" sldId="715"/>
            <ac:spMk id="6" creationId="{6DE7A44D-5EE7-387D-9F21-476355535C30}"/>
          </ac:spMkLst>
        </pc:spChg>
        <pc:spChg chg="add del">
          <ac:chgData name="bhurasanyam717@gmail.com" userId="b68a030977c80ce8" providerId="Windows Live" clId="Web-{4C79402B-E579-4FD8-86F4-0900FA6B06AA}" dt="2026-01-29T21:03:44.950" v="217"/>
          <ac:spMkLst>
            <pc:docMk/>
            <pc:sldMk cId="2332226826" sldId="715"/>
            <ac:spMk id="25" creationId="{AE3A741D-C19B-960A-5803-1C5887147820}"/>
          </ac:spMkLst>
        </pc:spChg>
        <pc:spChg chg="add del">
          <ac:chgData name="bhurasanyam717@gmail.com" userId="b68a030977c80ce8" providerId="Windows Live" clId="Web-{4C79402B-E579-4FD8-86F4-0900FA6B06AA}" dt="2026-01-29T21:03:44.950" v="217"/>
          <ac:spMkLst>
            <pc:docMk/>
            <pc:sldMk cId="2332226826" sldId="715"/>
            <ac:spMk id="27" creationId="{9C3A50E9-9119-7BC3-083B-2D84CCC78E47}"/>
          </ac:spMkLst>
        </pc:spChg>
        <pc:spChg chg="add del">
          <ac:chgData name="bhurasanyam717@gmail.com" userId="b68a030977c80ce8" providerId="Windows Live" clId="Web-{4C79402B-E579-4FD8-86F4-0900FA6B06AA}" dt="2026-01-29T21:03:44.950" v="217"/>
          <ac:spMkLst>
            <pc:docMk/>
            <pc:sldMk cId="2332226826" sldId="715"/>
            <ac:spMk id="29" creationId="{DC39DE25-0E4E-0AA7-0932-1D78C2372786}"/>
          </ac:spMkLst>
        </pc:spChg>
        <pc:spChg chg="add del">
          <ac:chgData name="bhurasanyam717@gmail.com" userId="b68a030977c80ce8" providerId="Windows Live" clId="Web-{4C79402B-E579-4FD8-86F4-0900FA6B06AA}" dt="2026-01-29T21:03:44.950" v="217"/>
          <ac:spMkLst>
            <pc:docMk/>
            <pc:sldMk cId="2332226826" sldId="715"/>
            <ac:spMk id="31" creationId="{8D6EA299-0840-6DEA-E670-C49AEBC87E89}"/>
          </ac:spMkLst>
        </pc:spChg>
        <pc:spChg chg="add del">
          <ac:chgData name="bhurasanyam717@gmail.com" userId="b68a030977c80ce8" providerId="Windows Live" clId="Web-{4C79402B-E579-4FD8-86F4-0900FA6B06AA}" dt="2026-01-29T21:14:49.060" v="288"/>
          <ac:spMkLst>
            <pc:docMk/>
            <pc:sldMk cId="2332226826" sldId="715"/>
            <ac:spMk id="39" creationId="{7ED7575E-88D2-B771-681D-46A7E55415DD}"/>
          </ac:spMkLst>
        </pc:spChg>
        <pc:spChg chg="add del">
          <ac:chgData name="bhurasanyam717@gmail.com" userId="b68a030977c80ce8" providerId="Windows Live" clId="Web-{4C79402B-E579-4FD8-86F4-0900FA6B06AA}" dt="2026-01-29T21:14:09.121" v="281"/>
          <ac:spMkLst>
            <pc:docMk/>
            <pc:sldMk cId="2332226826" sldId="715"/>
            <ac:spMk id="49" creationId="{7ED7575E-88D2-B771-681D-46A7E55415DD}"/>
          </ac:spMkLst>
        </pc:spChg>
        <pc:grpChg chg="add del">
          <ac:chgData name="bhurasanyam717@gmail.com" userId="b68a030977c80ce8" providerId="Windows Live" clId="Web-{4C79402B-E579-4FD8-86F4-0900FA6B06AA}" dt="2026-01-29T21:04:02.435" v="222"/>
          <ac:grpSpMkLst>
            <pc:docMk/>
            <pc:sldMk cId="2332226826" sldId="715"/>
            <ac:grpSpMk id="18" creationId="{6258F736-B256-8039-9DC6-F4E49A5C5AD5}"/>
          </ac:grpSpMkLst>
        </pc:grpChg>
        <pc:grpChg chg="add del">
          <ac:chgData name="bhurasanyam717@gmail.com" userId="b68a030977c80ce8" providerId="Windows Live" clId="Web-{4C79402B-E579-4FD8-86F4-0900FA6B06AA}" dt="2026-01-29T21:03:48.841" v="219"/>
          <ac:grpSpMkLst>
            <pc:docMk/>
            <pc:sldMk cId="2332226826" sldId="715"/>
            <ac:grpSpMk id="33" creationId="{3AFCAD34-1AFC-BC1A-F6B2-C34C63912EAB}"/>
          </ac:grpSpMkLst>
        </pc:grpChg>
        <pc:grpChg chg="add del">
          <ac:chgData name="bhurasanyam717@gmail.com" userId="b68a030977c80ce8" providerId="Windows Live" clId="Web-{4C79402B-E579-4FD8-86F4-0900FA6B06AA}" dt="2026-01-29T21:04:02.435" v="221"/>
          <ac:grpSpMkLst>
            <pc:docMk/>
            <pc:sldMk cId="2332226826" sldId="715"/>
            <ac:grpSpMk id="36" creationId="{6258F736-B256-8039-9DC6-F4E49A5C5AD5}"/>
          </ac:grpSpMkLst>
        </pc:grpChg>
        <pc:grpChg chg="add del">
          <ac:chgData name="bhurasanyam717@gmail.com" userId="b68a030977c80ce8" providerId="Windows Live" clId="Web-{4C79402B-E579-4FD8-86F4-0900FA6B06AA}" dt="2026-01-29T21:14:06.371" v="279"/>
          <ac:grpSpMkLst>
            <pc:docMk/>
            <pc:sldMk cId="2332226826" sldId="715"/>
            <ac:grpSpMk id="45" creationId="{5EFBDE31-BB3E-6CFC-23CD-B5976DA38438}"/>
          </ac:grpSpMkLst>
        </pc:grpChg>
        <pc:grpChg chg="add del">
          <ac:chgData name="bhurasanyam717@gmail.com" userId="b68a030977c80ce8" providerId="Windows Live" clId="Web-{4C79402B-E579-4FD8-86F4-0900FA6B06AA}" dt="2026-01-29T21:14:30.122" v="285"/>
          <ac:grpSpMkLst>
            <pc:docMk/>
            <pc:sldMk cId="2332226826" sldId="715"/>
            <ac:grpSpMk id="53" creationId="{1FD67D68-9B83-C338-8342-3348D8F22347}"/>
          </ac:grpSpMkLst>
        </pc:grpChg>
        <pc:grpChg chg="add del">
          <ac:chgData name="bhurasanyam717@gmail.com" userId="b68a030977c80ce8" providerId="Windows Live" clId="Web-{4C79402B-E579-4FD8-86F4-0900FA6B06AA}" dt="2026-01-29T21:14:49.060" v="287"/>
          <ac:grpSpMkLst>
            <pc:docMk/>
            <pc:sldMk cId="2332226826" sldId="715"/>
            <ac:grpSpMk id="56" creationId="{BE589684-54CA-64D8-C963-5F19FF75BF72}"/>
          </ac:grpSpMkLst>
        </pc:grpChg>
        <pc:grpChg chg="add">
          <ac:chgData name="bhurasanyam717@gmail.com" userId="b68a030977c80ce8" providerId="Windows Live" clId="Web-{4C79402B-E579-4FD8-86F4-0900FA6B06AA}" dt="2026-01-29T21:14:49.060" v="288"/>
          <ac:grpSpMkLst>
            <pc:docMk/>
            <pc:sldMk cId="2332226826" sldId="715"/>
            <ac:grpSpMk id="59" creationId="{442598CC-934A-7BCD-C691-B2FE74CEDE6E}"/>
          </ac:grpSpMkLst>
        </pc:grpChg>
        <pc:picChg chg="mod ord">
          <ac:chgData name="bhurasanyam717@gmail.com" userId="b68a030977c80ce8" providerId="Windows Live" clId="Web-{4C79402B-E579-4FD8-86F4-0900FA6B06AA}" dt="2026-01-29T21:14:49.060" v="288"/>
          <ac:picMkLst>
            <pc:docMk/>
            <pc:sldMk cId="2332226826" sldId="715"/>
            <ac:picMk id="5" creationId="{C1E4FC32-C5DA-F1B6-D4CF-5101C94155FF}"/>
          </ac:picMkLst>
        </pc:picChg>
        <pc:cxnChg chg="add del">
          <ac:chgData name="bhurasanyam717@gmail.com" userId="b68a030977c80ce8" providerId="Windows Live" clId="Web-{4C79402B-E579-4FD8-86F4-0900FA6B06AA}" dt="2026-01-29T21:14:49.060" v="288"/>
          <ac:cxnSpMkLst>
            <pc:docMk/>
            <pc:sldMk cId="2332226826" sldId="715"/>
            <ac:cxnSpMk id="40" creationId="{249EDD1B-F94D-B4E6-ACAA-566B9A26FDE3}"/>
          </ac:cxnSpMkLst>
        </pc:cxnChg>
        <pc:cxnChg chg="add del">
          <ac:chgData name="bhurasanyam717@gmail.com" userId="b68a030977c80ce8" providerId="Windows Live" clId="Web-{4C79402B-E579-4FD8-86F4-0900FA6B06AA}" dt="2026-01-29T21:14:09.121" v="281"/>
          <ac:cxnSpMkLst>
            <pc:docMk/>
            <pc:sldMk cId="2332226826" sldId="715"/>
            <ac:cxnSpMk id="47" creationId="{249EDD1B-F94D-B4E6-ACAA-566B9A26FDE3}"/>
          </ac:cxnSpMkLst>
        </pc:cxnChg>
        <pc:cxnChg chg="add del">
          <ac:chgData name="bhurasanyam717@gmail.com" userId="b68a030977c80ce8" providerId="Windows Live" clId="Web-{4C79402B-E579-4FD8-86F4-0900FA6B06AA}" dt="2026-01-29T21:14:22.669" v="283"/>
          <ac:cxnSpMkLst>
            <pc:docMk/>
            <pc:sldMk cId="2332226826" sldId="715"/>
            <ac:cxnSpMk id="51" creationId="{249EDD1B-F94D-B4E6-ACAA-566B9A26FDE3}"/>
          </ac:cxnSpMkLst>
        </pc:cxnChg>
      </pc:sldChg>
      <pc:sldChg chg="addSp delSp modSp">
        <pc:chgData name="bhurasanyam717@gmail.com" userId="b68a030977c80ce8" providerId="Windows Live" clId="Web-{4C79402B-E579-4FD8-86F4-0900FA6B06AA}" dt="2026-01-29T22:42:33.337" v="589"/>
        <pc:sldMkLst>
          <pc:docMk/>
          <pc:sldMk cId="2048740809" sldId="717"/>
        </pc:sldMkLst>
        <pc:spChg chg="mod">
          <ac:chgData name="bhurasanyam717@gmail.com" userId="b68a030977c80ce8" providerId="Windows Live" clId="Web-{4C79402B-E579-4FD8-86F4-0900FA6B06AA}" dt="2026-01-29T22:42:33.337" v="589"/>
          <ac:spMkLst>
            <pc:docMk/>
            <pc:sldMk cId="2048740809" sldId="717"/>
            <ac:spMk id="2" creationId="{76D25186-E9F1-EB7E-5FD9-18590AEC8E31}"/>
          </ac:spMkLst>
        </pc:spChg>
        <pc:spChg chg="mod ord">
          <ac:chgData name="bhurasanyam717@gmail.com" userId="b68a030977c80ce8" providerId="Windows Live" clId="Web-{4C79402B-E579-4FD8-86F4-0900FA6B06AA}" dt="2026-01-29T22:42:33.337" v="589"/>
          <ac:spMkLst>
            <pc:docMk/>
            <pc:sldMk cId="2048740809" sldId="717"/>
            <ac:spMk id="3" creationId="{6F5B1CA3-A7C9-23EC-C46C-51BE35722F54}"/>
          </ac:spMkLst>
        </pc:spChg>
        <pc:spChg chg="add del">
          <ac:chgData name="bhurasanyam717@gmail.com" userId="b68a030977c80ce8" providerId="Windows Live" clId="Web-{4C79402B-E579-4FD8-86F4-0900FA6B06AA}" dt="2026-01-29T21:15:41.640" v="295"/>
          <ac:spMkLst>
            <pc:docMk/>
            <pc:sldMk cId="2048740809" sldId="717"/>
            <ac:spMk id="46" creationId="{66E48AFA-8884-4F68-A44F-D2C1E8609C5A}"/>
          </ac:spMkLst>
        </pc:spChg>
        <pc:spChg chg="add del">
          <ac:chgData name="bhurasanyam717@gmail.com" userId="b68a030977c80ce8" providerId="Windows Live" clId="Web-{4C79402B-E579-4FD8-86F4-0900FA6B06AA}" dt="2026-01-29T21:15:41.640" v="295"/>
          <ac:spMkLst>
            <pc:docMk/>
            <pc:sldMk cId="2048740809" sldId="717"/>
            <ac:spMk id="48" creationId="{969D19A6-08CB-498C-93EC-3FFB021FC68A}"/>
          </ac:spMkLst>
        </pc:spChg>
        <pc:spChg chg="add del">
          <ac:chgData name="bhurasanyam717@gmail.com" userId="b68a030977c80ce8" providerId="Windows Live" clId="Web-{4C79402B-E579-4FD8-86F4-0900FA6B06AA}" dt="2026-01-29T22:41:45.789" v="576"/>
          <ac:spMkLst>
            <pc:docMk/>
            <pc:sldMk cId="2048740809" sldId="717"/>
            <ac:spMk id="61" creationId="{305265DC-CF6B-4AE8-B3F3-2A7A16374D31}"/>
          </ac:spMkLst>
        </pc:spChg>
        <pc:grpChg chg="del">
          <ac:chgData name="bhurasanyam717@gmail.com" userId="b68a030977c80ce8" providerId="Windows Live" clId="Web-{4C79402B-E579-4FD8-86F4-0900FA6B06AA}" dt="2026-01-29T21:03:16.340" v="215"/>
          <ac:grpSpMkLst>
            <pc:docMk/>
            <pc:sldMk cId="2048740809" sldId="717"/>
            <ac:grpSpMk id="39" creationId="{6258F736-B256-8039-9DC6-F4E49A5C5AD5}"/>
          </ac:grpSpMkLst>
        </pc:grpChg>
        <pc:grpChg chg="add del">
          <ac:chgData name="bhurasanyam717@gmail.com" userId="b68a030977c80ce8" providerId="Windows Live" clId="Web-{4C79402B-E579-4FD8-86F4-0900FA6B06AA}" dt="2026-01-29T21:15:18.139" v="290"/>
          <ac:grpSpMkLst>
            <pc:docMk/>
            <pc:sldMk cId="2048740809" sldId="717"/>
            <ac:grpSpMk id="53" creationId="{BE589684-54CA-64D8-C963-5F19FF75BF72}"/>
          </ac:grpSpMkLst>
        </pc:grpChg>
        <pc:grpChg chg="add del">
          <ac:chgData name="bhurasanyam717@gmail.com" userId="b68a030977c80ce8" providerId="Windows Live" clId="Web-{4C79402B-E579-4FD8-86F4-0900FA6B06AA}" dt="2026-01-29T22:41:45.789" v="576"/>
          <ac:grpSpMkLst>
            <pc:docMk/>
            <pc:sldMk cId="2048740809" sldId="717"/>
            <ac:grpSpMk id="55" creationId="{37EA779C-87BF-454F-919D-A3DA98FD8A79}"/>
          </ac:grpSpMkLst>
        </pc:grpChg>
        <pc:grpChg chg="add del">
          <ac:chgData name="bhurasanyam717@gmail.com" userId="b68a030977c80ce8" providerId="Windows Live" clId="Web-{4C79402B-E579-4FD8-86F4-0900FA6B06AA}" dt="2026-01-29T21:15:20.780" v="292"/>
          <ac:grpSpMkLst>
            <pc:docMk/>
            <pc:sldMk cId="2048740809" sldId="717"/>
            <ac:grpSpMk id="57" creationId="{E4A41B9E-A0C8-F78B-E5B6-A0D02D8810B5}"/>
          </ac:grpSpMkLst>
        </pc:grpChg>
        <pc:grpChg chg="add del">
          <ac:chgData name="bhurasanyam717@gmail.com" userId="b68a030977c80ce8" providerId="Windows Live" clId="Web-{4C79402B-E579-4FD8-86F4-0900FA6B06AA}" dt="2026-01-29T21:15:41.624" v="294"/>
          <ac:grpSpMkLst>
            <pc:docMk/>
            <pc:sldMk cId="2048740809" sldId="717"/>
            <ac:grpSpMk id="59" creationId="{5EC81CC9-EAC3-3907-9268-3A583E3B6356}"/>
          </ac:grpSpMkLst>
        </pc:grpChg>
        <pc:grpChg chg="add del">
          <ac:chgData name="bhurasanyam717@gmail.com" userId="b68a030977c80ce8" providerId="Windows Live" clId="Web-{4C79402B-E579-4FD8-86F4-0900FA6B06AA}" dt="2026-01-29T22:42:33.337" v="589"/>
          <ac:grpSpMkLst>
            <pc:docMk/>
            <pc:sldMk cId="2048740809" sldId="717"/>
            <ac:grpSpMk id="67" creationId="{31C49F18-8757-4E87-5C2E-9D6D7B82BA3B}"/>
          </ac:grpSpMkLst>
        </pc:grpChg>
        <pc:grpChg chg="add del">
          <ac:chgData name="bhurasanyam717@gmail.com" userId="b68a030977c80ce8" providerId="Windows Live" clId="Web-{4C79402B-E579-4FD8-86F4-0900FA6B06AA}" dt="2026-01-29T22:42:33.337" v="588"/>
          <ac:grpSpMkLst>
            <pc:docMk/>
            <pc:sldMk cId="2048740809" sldId="717"/>
            <ac:grpSpMk id="74" creationId="{31C49F18-8757-4E87-5C2E-9D6D7B82BA3B}"/>
          </ac:grpSpMkLst>
        </pc:grpChg>
        <pc:grpChg chg="add">
          <ac:chgData name="bhurasanyam717@gmail.com" userId="b68a030977c80ce8" providerId="Windows Live" clId="Web-{4C79402B-E579-4FD8-86F4-0900FA6B06AA}" dt="2026-01-29T22:42:33.337" v="589"/>
          <ac:grpSpMkLst>
            <pc:docMk/>
            <pc:sldMk cId="2048740809" sldId="717"/>
            <ac:grpSpMk id="78" creationId="{6258F736-B256-8039-9DC6-F4E49A5C5AD5}"/>
          </ac:grpSpMkLst>
        </pc:grpChg>
        <pc:picChg chg="mod ord">
          <ac:chgData name="bhurasanyam717@gmail.com" userId="b68a030977c80ce8" providerId="Windows Live" clId="Web-{4C79402B-E579-4FD8-86F4-0900FA6B06AA}" dt="2026-01-29T22:42:33.337" v="589"/>
          <ac:picMkLst>
            <pc:docMk/>
            <pc:sldMk cId="2048740809" sldId="717"/>
            <ac:picMk id="4" creationId="{AC07FD76-E4FE-E285-0964-77395F81E879}"/>
          </ac:picMkLst>
        </pc:picChg>
      </pc:sldChg>
      <pc:sldChg chg="addSp delSp modSp">
        <pc:chgData name="bhurasanyam717@gmail.com" userId="b68a030977c80ce8" providerId="Windows Live" clId="Web-{4C79402B-E579-4FD8-86F4-0900FA6B06AA}" dt="2026-01-29T22:46:32.814" v="611"/>
        <pc:sldMkLst>
          <pc:docMk/>
          <pc:sldMk cId="3768834809" sldId="720"/>
        </pc:sldMkLst>
        <pc:spChg chg="mod ord">
          <ac:chgData name="bhurasanyam717@gmail.com" userId="b68a030977c80ce8" providerId="Windows Live" clId="Web-{4C79402B-E579-4FD8-86F4-0900FA6B06AA}" dt="2026-01-29T22:46:32.814" v="611"/>
          <ac:spMkLst>
            <pc:docMk/>
            <pc:sldMk cId="3768834809" sldId="720"/>
            <ac:spMk id="2" creationId="{96455F81-BF72-CDB7-294D-9C41660A8395}"/>
          </ac:spMkLst>
        </pc:spChg>
        <pc:spChg chg="mod">
          <ac:chgData name="bhurasanyam717@gmail.com" userId="b68a030977c80ce8" providerId="Windows Live" clId="Web-{4C79402B-E579-4FD8-86F4-0900FA6B06AA}" dt="2026-01-29T22:46:32.814" v="611"/>
          <ac:spMkLst>
            <pc:docMk/>
            <pc:sldMk cId="3768834809" sldId="720"/>
            <ac:spMk id="4" creationId="{AB5C9834-EC65-CA9A-5462-B7994D9B1136}"/>
          </ac:spMkLst>
        </pc:spChg>
        <pc:spChg chg="add del mod">
          <ac:chgData name="bhurasanyam717@gmail.com" userId="b68a030977c80ce8" providerId="Windows Live" clId="Web-{4C79402B-E579-4FD8-86F4-0900FA6B06AA}" dt="2026-01-29T20:38:13.126" v="71"/>
          <ac:spMkLst>
            <pc:docMk/>
            <pc:sldMk cId="3768834809" sldId="720"/>
            <ac:spMk id="8" creationId="{786E644C-93D1-C169-3A83-6D2338156343}"/>
          </ac:spMkLst>
        </pc:spChg>
        <pc:spChg chg="add del">
          <ac:chgData name="bhurasanyam717@gmail.com" userId="b68a030977c80ce8" providerId="Windows Live" clId="Web-{4C79402B-E579-4FD8-86F4-0900FA6B06AA}" dt="2026-01-29T20:44:43.580" v="106"/>
          <ac:spMkLst>
            <pc:docMk/>
            <pc:sldMk cId="3768834809" sldId="720"/>
            <ac:spMk id="25" creationId="{B3420082-9415-44EC-802E-C77D71D59C57}"/>
          </ac:spMkLst>
        </pc:spChg>
        <pc:spChg chg="add del">
          <ac:chgData name="bhurasanyam717@gmail.com" userId="b68a030977c80ce8" providerId="Windows Live" clId="Web-{4C79402B-E579-4FD8-86F4-0900FA6B06AA}" dt="2026-01-29T20:44:43.580" v="106"/>
          <ac:spMkLst>
            <pc:docMk/>
            <pc:sldMk cId="3768834809" sldId="720"/>
            <ac:spMk id="27" creationId="{55A52C45-1FCB-4636-A80F-2849B8226C01}"/>
          </ac:spMkLst>
        </pc:spChg>
        <pc:spChg chg="add del">
          <ac:chgData name="bhurasanyam717@gmail.com" userId="b68a030977c80ce8" providerId="Windows Live" clId="Web-{4C79402B-E579-4FD8-86F4-0900FA6B06AA}" dt="2026-01-29T20:44:43.580" v="106"/>
          <ac:spMkLst>
            <pc:docMk/>
            <pc:sldMk cId="3768834809" sldId="720"/>
            <ac:spMk id="29" creationId="{768EB4DD-3704-43AD-92B3-C4E0C6EA92CB}"/>
          </ac:spMkLst>
        </pc:spChg>
        <pc:spChg chg="add del">
          <ac:chgData name="bhurasanyam717@gmail.com" userId="b68a030977c80ce8" providerId="Windows Live" clId="Web-{4C79402B-E579-4FD8-86F4-0900FA6B06AA}" dt="2026-01-29T20:44:43.580" v="106"/>
          <ac:spMkLst>
            <pc:docMk/>
            <pc:sldMk cId="3768834809" sldId="720"/>
            <ac:spMk id="30" creationId="{84ECDE7A-6944-466D-8FFE-149A29BA6BAE}"/>
          </ac:spMkLst>
        </pc:spChg>
        <pc:spChg chg="add del">
          <ac:chgData name="bhurasanyam717@gmail.com" userId="b68a030977c80ce8" providerId="Windows Live" clId="Web-{4C79402B-E579-4FD8-86F4-0900FA6B06AA}" dt="2026-01-29T20:56:48.826" v="199"/>
          <ac:spMkLst>
            <pc:docMk/>
            <pc:sldMk cId="3768834809" sldId="720"/>
            <ac:spMk id="31" creationId="{7A5F0580-5EE9-419F-96EE-B6529EF6E7D0}"/>
          </ac:spMkLst>
        </pc:spChg>
        <pc:spChg chg="add del">
          <ac:chgData name="bhurasanyam717@gmail.com" userId="b68a030977c80ce8" providerId="Windows Live" clId="Web-{4C79402B-E579-4FD8-86F4-0900FA6B06AA}" dt="2026-01-29T20:56:48.826" v="199"/>
          <ac:spMkLst>
            <pc:docMk/>
            <pc:sldMk cId="3768834809" sldId="720"/>
            <ac:spMk id="32" creationId="{0288C6B4-AFC3-407F-A595-EFFD38D4CCAF}"/>
          </ac:spMkLst>
        </pc:spChg>
        <pc:spChg chg="add del">
          <ac:chgData name="bhurasanyam717@gmail.com" userId="b68a030977c80ce8" providerId="Windows Live" clId="Web-{4C79402B-E579-4FD8-86F4-0900FA6B06AA}" dt="2026-01-29T20:56:48.826" v="199"/>
          <ac:spMkLst>
            <pc:docMk/>
            <pc:sldMk cId="3768834809" sldId="720"/>
            <ac:spMk id="33" creationId="{CF236821-17FE-429B-8D2C-08E13A64EA40}"/>
          </ac:spMkLst>
        </pc:spChg>
        <pc:spChg chg="add del">
          <ac:chgData name="bhurasanyam717@gmail.com" userId="b68a030977c80ce8" providerId="Windows Live" clId="Web-{4C79402B-E579-4FD8-86F4-0900FA6B06AA}" dt="2026-01-29T20:56:48.826" v="199"/>
          <ac:spMkLst>
            <pc:docMk/>
            <pc:sldMk cId="3768834809" sldId="720"/>
            <ac:spMk id="34" creationId="{C0BDBCD2-E081-43AB-9119-C55465E59757}"/>
          </ac:spMkLst>
        </pc:spChg>
        <pc:spChg chg="add del">
          <ac:chgData name="bhurasanyam717@gmail.com" userId="b68a030977c80ce8" providerId="Windows Live" clId="Web-{4C79402B-E579-4FD8-86F4-0900FA6B06AA}" dt="2026-01-29T20:56:48.826" v="199"/>
          <ac:spMkLst>
            <pc:docMk/>
            <pc:sldMk cId="3768834809" sldId="720"/>
            <ac:spMk id="35" creationId="{98E79BE4-34FE-485A-98A5-92CE8F7C4743}"/>
          </ac:spMkLst>
        </pc:spChg>
        <pc:grpChg chg="del">
          <ac:chgData name="bhurasanyam717@gmail.com" userId="b68a030977c80ce8" providerId="Windows Live" clId="Web-{4C79402B-E579-4FD8-86F4-0900FA6B06AA}" dt="2026-01-29T20:38:25.377" v="72"/>
          <ac:grpSpMkLst>
            <pc:docMk/>
            <pc:sldMk cId="3768834809" sldId="720"/>
            <ac:grpSpMk id="6" creationId="{6258F736-B256-8039-9DC6-F4E49A5C5AD5}"/>
          </ac:grpSpMkLst>
        </pc:grpChg>
        <pc:grpChg chg="add del">
          <ac:chgData name="bhurasanyam717@gmail.com" userId="b68a030977c80ce8" providerId="Windows Live" clId="Web-{4C79402B-E579-4FD8-86F4-0900FA6B06AA}" dt="2026-01-29T20:44:43.580" v="107"/>
          <ac:grpSpMkLst>
            <pc:docMk/>
            <pc:sldMk cId="3768834809" sldId="720"/>
            <ac:grpSpMk id="16" creationId="{3AFCAD34-1AFC-BC1A-F6B2-C34C63912EAB}"/>
          </ac:grpSpMkLst>
        </pc:grpChg>
        <pc:grpChg chg="add del">
          <ac:chgData name="bhurasanyam717@gmail.com" userId="b68a030977c80ce8" providerId="Windows Live" clId="Web-{4C79402B-E579-4FD8-86F4-0900FA6B06AA}" dt="2026-01-29T20:44:40.955" v="104"/>
          <ac:grpSpMkLst>
            <pc:docMk/>
            <pc:sldMk cId="3768834809" sldId="720"/>
            <ac:grpSpMk id="23" creationId="{114ED94A-C85D-4CD3-4205-438D21CE6B38}"/>
          </ac:grpSpMkLst>
        </pc:grpChg>
        <pc:grpChg chg="add del">
          <ac:chgData name="bhurasanyam717@gmail.com" userId="b68a030977c80ce8" providerId="Windows Live" clId="Web-{4C79402B-E579-4FD8-86F4-0900FA6B06AA}" dt="2026-01-29T22:46:32.814" v="611"/>
          <ac:grpSpMkLst>
            <pc:docMk/>
            <pc:sldMk cId="3768834809" sldId="720"/>
            <ac:grpSpMk id="40" creationId="{114ED94A-C85D-4CD3-4205-438D21CE6B38}"/>
          </ac:grpSpMkLst>
        </pc:grpChg>
        <pc:grpChg chg="add">
          <ac:chgData name="bhurasanyam717@gmail.com" userId="b68a030977c80ce8" providerId="Windows Live" clId="Web-{4C79402B-E579-4FD8-86F4-0900FA6B06AA}" dt="2026-01-29T22:46:32.814" v="611"/>
          <ac:grpSpMkLst>
            <pc:docMk/>
            <pc:sldMk cId="3768834809" sldId="720"/>
            <ac:grpSpMk id="49" creationId="{31C49F18-8757-4E87-5C2E-9D6D7B82BA3B}"/>
          </ac:grpSpMkLst>
        </pc:grpChg>
        <pc:picChg chg="mod">
          <ac:chgData name="bhurasanyam717@gmail.com" userId="b68a030977c80ce8" providerId="Windows Live" clId="Web-{4C79402B-E579-4FD8-86F4-0900FA6B06AA}" dt="2026-01-29T22:46:32.814" v="611"/>
          <ac:picMkLst>
            <pc:docMk/>
            <pc:sldMk cId="3768834809" sldId="720"/>
            <ac:picMk id="3" creationId="{C7D554B7-E89A-BE61-C3C5-6BA25B4056DC}"/>
          </ac:picMkLst>
        </pc:picChg>
        <pc:picChg chg="add del mod">
          <ac:chgData name="bhurasanyam717@gmail.com" userId="b68a030977c80ce8" providerId="Windows Live" clId="Web-{4C79402B-E579-4FD8-86F4-0900FA6B06AA}" dt="2026-01-29T20:37:59.547" v="66"/>
          <ac:picMkLst>
            <pc:docMk/>
            <pc:sldMk cId="3768834809" sldId="720"/>
            <ac:picMk id="9" creationId="{B0C5060F-EFF8-ABA0-E00A-BC13DD2DA290}"/>
          </ac:picMkLst>
        </pc:picChg>
      </pc:sldChg>
      <pc:sldChg chg="del">
        <pc:chgData name="bhurasanyam717@gmail.com" userId="b68a030977c80ce8" providerId="Windows Live" clId="Web-{4C79402B-E579-4FD8-86F4-0900FA6B06AA}" dt="2026-01-29T20:57:38.344" v="201"/>
        <pc:sldMkLst>
          <pc:docMk/>
          <pc:sldMk cId="2347844839" sldId="722"/>
        </pc:sldMkLst>
      </pc:sldChg>
      <pc:sldChg chg="del">
        <pc:chgData name="bhurasanyam717@gmail.com" userId="b68a030977c80ce8" providerId="Windows Live" clId="Web-{4C79402B-E579-4FD8-86F4-0900FA6B06AA}" dt="2026-01-29T22:24:13.889" v="487"/>
        <pc:sldMkLst>
          <pc:docMk/>
          <pc:sldMk cId="2501376622" sldId="723"/>
        </pc:sldMkLst>
      </pc:sldChg>
      <pc:sldChg chg="modSp del">
        <pc:chgData name="bhurasanyam717@gmail.com" userId="b68a030977c80ce8" providerId="Windows Live" clId="Web-{4C79402B-E579-4FD8-86F4-0900FA6B06AA}" dt="2026-01-29T20:57:36.765" v="200"/>
        <pc:sldMkLst>
          <pc:docMk/>
          <pc:sldMk cId="1162117681" sldId="726"/>
        </pc:sldMkLst>
        <pc:picChg chg="mod">
          <ac:chgData name="bhurasanyam717@gmail.com" userId="b68a030977c80ce8" providerId="Windows Live" clId="Web-{4C79402B-E579-4FD8-86F4-0900FA6B06AA}" dt="2026-01-29T20:56:07.104" v="198" actId="14100"/>
          <ac:picMkLst>
            <pc:docMk/>
            <pc:sldMk cId="1162117681" sldId="726"/>
            <ac:picMk id="3" creationId="{340A749E-026D-1FBC-4469-A020C2F1A876}"/>
          </ac:picMkLst>
        </pc:picChg>
      </pc:sldChg>
      <pc:sldChg chg="del ord">
        <pc:chgData name="bhurasanyam717@gmail.com" userId="b68a030977c80ce8" providerId="Windows Live" clId="Web-{4C79402B-E579-4FD8-86F4-0900FA6B06AA}" dt="2026-01-29T22:20:00.281" v="486"/>
        <pc:sldMkLst>
          <pc:docMk/>
          <pc:sldMk cId="3969335624" sldId="727"/>
        </pc:sldMkLst>
      </pc:sldChg>
      <pc:sldChg chg="addSp delSp modSp">
        <pc:chgData name="bhurasanyam717@gmail.com" userId="b68a030977c80ce8" providerId="Windows Live" clId="Web-{4C79402B-E579-4FD8-86F4-0900FA6B06AA}" dt="2026-01-29T22:14:08.534" v="478" actId="20577"/>
        <pc:sldMkLst>
          <pc:docMk/>
          <pc:sldMk cId="2454298422" sldId="728"/>
        </pc:sldMkLst>
        <pc:spChg chg="mod ord">
          <ac:chgData name="bhurasanyam717@gmail.com" userId="b68a030977c80ce8" providerId="Windows Live" clId="Web-{4C79402B-E579-4FD8-86F4-0900FA6B06AA}" dt="2026-01-29T22:13:25.346" v="467" actId="14100"/>
          <ac:spMkLst>
            <pc:docMk/>
            <pc:sldMk cId="2454298422" sldId="728"/>
            <ac:spMk id="2" creationId="{C41BA84B-CB05-9900-D6A8-A3E997604720}"/>
          </ac:spMkLst>
        </pc:spChg>
        <pc:spChg chg="mod ord">
          <ac:chgData name="bhurasanyam717@gmail.com" userId="b68a030977c80ce8" providerId="Windows Live" clId="Web-{4C79402B-E579-4FD8-86F4-0900FA6B06AA}" dt="2026-01-29T22:14:08.534" v="478" actId="20577"/>
          <ac:spMkLst>
            <pc:docMk/>
            <pc:sldMk cId="2454298422" sldId="728"/>
            <ac:spMk id="5" creationId="{8CC23F31-9454-5D0A-A0D4-784FD3FC9D34}"/>
          </ac:spMkLst>
        </pc:spChg>
        <pc:spChg chg="add del">
          <ac:chgData name="bhurasanyam717@gmail.com" userId="b68a030977c80ce8" providerId="Windows Live" clId="Web-{4C79402B-E579-4FD8-86F4-0900FA6B06AA}" dt="2026-01-29T21:55:34.577" v="355"/>
          <ac:spMkLst>
            <pc:docMk/>
            <pc:sldMk cId="2454298422" sldId="728"/>
            <ac:spMk id="25" creationId="{84DF55BE-B4AB-4BA1-BDE1-E9F7FB3F110A}"/>
          </ac:spMkLst>
        </pc:spChg>
        <pc:spChg chg="add del">
          <ac:chgData name="bhurasanyam717@gmail.com" userId="b68a030977c80ce8" providerId="Windows Live" clId="Web-{4C79402B-E579-4FD8-86F4-0900FA6B06AA}" dt="2026-01-29T21:55:39.499" v="357"/>
          <ac:spMkLst>
            <pc:docMk/>
            <pc:sldMk cId="2454298422" sldId="728"/>
            <ac:spMk id="27" creationId="{F04E4CBA-303B-48BD-8451-C2701CB0EEBF}"/>
          </ac:spMkLst>
        </pc:spChg>
        <pc:spChg chg="add del">
          <ac:chgData name="bhurasanyam717@gmail.com" userId="b68a030977c80ce8" providerId="Windows Live" clId="Web-{4C79402B-E579-4FD8-86F4-0900FA6B06AA}" dt="2026-01-29T21:55:39.499" v="357"/>
          <ac:spMkLst>
            <pc:docMk/>
            <pc:sldMk cId="2454298422" sldId="728"/>
            <ac:spMk id="28" creationId="{231BF440-39FA-4087-84CC-2EEC0BBDAF29}"/>
          </ac:spMkLst>
        </pc:spChg>
        <pc:spChg chg="add del">
          <ac:chgData name="bhurasanyam717@gmail.com" userId="b68a030977c80ce8" providerId="Windows Live" clId="Web-{4C79402B-E579-4FD8-86F4-0900FA6B06AA}" dt="2026-01-29T21:55:39.499" v="357"/>
          <ac:spMkLst>
            <pc:docMk/>
            <pc:sldMk cId="2454298422" sldId="728"/>
            <ac:spMk id="29" creationId="{F6CA58B3-AFCC-4A40-9882-50D5080879B0}"/>
          </ac:spMkLst>
        </pc:spChg>
        <pc:spChg chg="add del">
          <ac:chgData name="bhurasanyam717@gmail.com" userId="b68a030977c80ce8" providerId="Windows Live" clId="Web-{4C79402B-E579-4FD8-86F4-0900FA6B06AA}" dt="2026-01-29T21:55:39.499" v="357"/>
          <ac:spMkLst>
            <pc:docMk/>
            <pc:sldMk cId="2454298422" sldId="728"/>
            <ac:spMk id="31" creationId="{75C56826-D4E5-42ED-8529-079651CB3005}"/>
          </ac:spMkLst>
        </pc:spChg>
        <pc:spChg chg="add del">
          <ac:chgData name="bhurasanyam717@gmail.com" userId="b68a030977c80ce8" providerId="Windows Live" clId="Web-{4C79402B-E579-4FD8-86F4-0900FA6B06AA}" dt="2026-01-29T21:55:39.499" v="357"/>
          <ac:spMkLst>
            <pc:docMk/>
            <pc:sldMk cId="2454298422" sldId="728"/>
            <ac:spMk id="33" creationId="{82095FCE-EF05-4443-B97A-85DEE3A5CA17}"/>
          </ac:spMkLst>
        </pc:spChg>
        <pc:spChg chg="add del">
          <ac:chgData name="bhurasanyam717@gmail.com" userId="b68a030977c80ce8" providerId="Windows Live" clId="Web-{4C79402B-E579-4FD8-86F4-0900FA6B06AA}" dt="2026-01-29T21:55:39.499" v="357"/>
          <ac:spMkLst>
            <pc:docMk/>
            <pc:sldMk cId="2454298422" sldId="728"/>
            <ac:spMk id="35" creationId="{CA00AE6B-AA30-4CF8-BA6F-339B780AD76C}"/>
          </ac:spMkLst>
        </pc:spChg>
        <pc:spChg chg="add del">
          <ac:chgData name="bhurasanyam717@gmail.com" userId="b68a030977c80ce8" providerId="Windows Live" clId="Web-{4C79402B-E579-4FD8-86F4-0900FA6B06AA}" dt="2026-01-29T21:55:42.499" v="359"/>
          <ac:spMkLst>
            <pc:docMk/>
            <pc:sldMk cId="2454298422" sldId="728"/>
            <ac:spMk id="37" creationId="{99F1FFA9-D672-408C-9220-ADEEC6ABDD09}"/>
          </ac:spMkLst>
        </pc:spChg>
        <pc:spChg chg="add del">
          <ac:chgData name="bhurasanyam717@gmail.com" userId="b68a030977c80ce8" providerId="Windows Live" clId="Web-{4C79402B-E579-4FD8-86F4-0900FA6B06AA}" dt="2026-01-29T21:55:45.390" v="361"/>
          <ac:spMkLst>
            <pc:docMk/>
            <pc:sldMk cId="2454298422" sldId="728"/>
            <ac:spMk id="39" creationId="{352BEC0E-22F8-46D0-9632-375DB541B06C}"/>
          </ac:spMkLst>
        </pc:spChg>
        <pc:spChg chg="add del">
          <ac:chgData name="bhurasanyam717@gmail.com" userId="b68a030977c80ce8" providerId="Windows Live" clId="Web-{4C79402B-E579-4FD8-86F4-0900FA6B06AA}" dt="2026-01-29T21:55:45.390" v="361"/>
          <ac:spMkLst>
            <pc:docMk/>
            <pc:sldMk cId="2454298422" sldId="728"/>
            <ac:spMk id="40" creationId="{3FCFB1DE-0B7E-48CC-BA90-B2AB0889F9D6}"/>
          </ac:spMkLst>
        </pc:spChg>
        <pc:spChg chg="add del">
          <ac:chgData name="bhurasanyam717@gmail.com" userId="b68a030977c80ce8" providerId="Windows Live" clId="Web-{4C79402B-E579-4FD8-86F4-0900FA6B06AA}" dt="2026-01-29T21:55:55.249" v="363"/>
          <ac:spMkLst>
            <pc:docMk/>
            <pc:sldMk cId="2454298422" sldId="728"/>
            <ac:spMk id="42" creationId="{8F7AFB9A-7364-478C-B48B-8523CDD9AE8D}"/>
          </ac:spMkLst>
        </pc:spChg>
        <pc:spChg chg="add del">
          <ac:chgData name="bhurasanyam717@gmail.com" userId="b68a030977c80ce8" providerId="Windows Live" clId="Web-{4C79402B-E579-4FD8-86F4-0900FA6B06AA}" dt="2026-01-29T21:55:55.249" v="363"/>
          <ac:spMkLst>
            <pc:docMk/>
            <pc:sldMk cId="2454298422" sldId="728"/>
            <ac:spMk id="43" creationId="{36678033-86B6-40E6-BE90-78D8ED4E3A31}"/>
          </ac:spMkLst>
        </pc:spChg>
        <pc:spChg chg="add del">
          <ac:chgData name="bhurasanyam717@gmail.com" userId="b68a030977c80ce8" providerId="Windows Live" clId="Web-{4C79402B-E579-4FD8-86F4-0900FA6B06AA}" dt="2026-01-29T21:55:55.249" v="363"/>
          <ac:spMkLst>
            <pc:docMk/>
            <pc:sldMk cId="2454298422" sldId="728"/>
            <ac:spMk id="44" creationId="{D2542E1A-076E-4A34-BB67-2BF961754E0C}"/>
          </ac:spMkLst>
        </pc:spChg>
        <pc:spChg chg="add del">
          <ac:chgData name="bhurasanyam717@gmail.com" userId="b68a030977c80ce8" providerId="Windows Live" clId="Web-{4C79402B-E579-4FD8-86F4-0900FA6B06AA}" dt="2026-01-29T21:55:55.249" v="363"/>
          <ac:spMkLst>
            <pc:docMk/>
            <pc:sldMk cId="2454298422" sldId="728"/>
            <ac:spMk id="45" creationId="{75C56826-D4E5-42ED-8529-079651CB3005}"/>
          </ac:spMkLst>
        </pc:spChg>
        <pc:spChg chg="add del">
          <ac:chgData name="bhurasanyam717@gmail.com" userId="b68a030977c80ce8" providerId="Windows Live" clId="Web-{4C79402B-E579-4FD8-86F4-0900FA6B06AA}" dt="2026-01-29T21:55:55.249" v="363"/>
          <ac:spMkLst>
            <pc:docMk/>
            <pc:sldMk cId="2454298422" sldId="728"/>
            <ac:spMk id="46" creationId="{82095FCE-EF05-4443-B97A-85DEE3A5CA17}"/>
          </ac:spMkLst>
        </pc:spChg>
        <pc:spChg chg="add del">
          <ac:chgData name="bhurasanyam717@gmail.com" userId="b68a030977c80ce8" providerId="Windows Live" clId="Web-{4C79402B-E579-4FD8-86F4-0900FA6B06AA}" dt="2026-01-29T21:55:59.155" v="365"/>
          <ac:spMkLst>
            <pc:docMk/>
            <pc:sldMk cId="2454298422" sldId="728"/>
            <ac:spMk id="48" creationId="{CEF6118E-44FB-4509-B4D9-129052E4C6EE}"/>
          </ac:spMkLst>
        </pc:spChg>
        <pc:spChg chg="add del">
          <ac:chgData name="bhurasanyam717@gmail.com" userId="b68a030977c80ce8" providerId="Windows Live" clId="Web-{4C79402B-E579-4FD8-86F4-0900FA6B06AA}" dt="2026-01-29T21:57:26.718" v="375"/>
          <ac:spMkLst>
            <pc:docMk/>
            <pc:sldMk cId="2454298422" sldId="728"/>
            <ac:spMk id="50" creationId="{149FB5C3-7336-4FE0-A30C-CC0A3646D499}"/>
          </ac:spMkLst>
        </pc:spChg>
        <pc:spChg chg="add del">
          <ac:chgData name="bhurasanyam717@gmail.com" userId="b68a030977c80ce8" providerId="Windows Live" clId="Web-{4C79402B-E579-4FD8-86F4-0900FA6B06AA}" dt="2026-01-29T21:57:26.718" v="375"/>
          <ac:spMkLst>
            <pc:docMk/>
            <pc:sldMk cId="2454298422" sldId="728"/>
            <ac:spMk id="54" creationId="{0DA909B4-15FF-46A6-8A7F-7AEF977FE9ED}"/>
          </ac:spMkLst>
        </pc:spChg>
        <pc:spChg chg="add del">
          <ac:chgData name="bhurasanyam717@gmail.com" userId="b68a030977c80ce8" providerId="Windows Live" clId="Web-{4C79402B-E579-4FD8-86F4-0900FA6B06AA}" dt="2026-01-29T21:57:26.718" v="375"/>
          <ac:spMkLst>
            <pc:docMk/>
            <pc:sldMk cId="2454298422" sldId="728"/>
            <ac:spMk id="55" creationId="{1382A32C-5B0C-4B1C-A074-76C6DBCC9F87}"/>
          </ac:spMkLst>
        </pc:spChg>
        <pc:spChg chg="add del">
          <ac:chgData name="bhurasanyam717@gmail.com" userId="b68a030977c80ce8" providerId="Windows Live" clId="Web-{4C79402B-E579-4FD8-86F4-0900FA6B06AA}" dt="2026-01-29T21:56:47.749" v="368"/>
          <ac:spMkLst>
            <pc:docMk/>
            <pc:sldMk cId="2454298422" sldId="728"/>
            <ac:spMk id="60" creationId="{F35DB090-93B5-4581-8D71-BB3839684BFF}"/>
          </ac:spMkLst>
        </pc:spChg>
        <pc:spChg chg="add del">
          <ac:chgData name="bhurasanyam717@gmail.com" userId="b68a030977c80ce8" providerId="Windows Live" clId="Web-{4C79402B-E579-4FD8-86F4-0900FA6B06AA}" dt="2026-01-29T21:56:47.749" v="368"/>
          <ac:spMkLst>
            <pc:docMk/>
            <pc:sldMk cId="2454298422" sldId="728"/>
            <ac:spMk id="62" creationId="{A0DE92DF-4769-4DE9-93FD-EE31271850CA}"/>
          </ac:spMkLst>
        </pc:spChg>
        <pc:spChg chg="add del">
          <ac:chgData name="bhurasanyam717@gmail.com" userId="b68a030977c80ce8" providerId="Windows Live" clId="Web-{4C79402B-E579-4FD8-86F4-0900FA6B06AA}" dt="2026-01-29T21:56:52.327" v="370"/>
          <ac:spMkLst>
            <pc:docMk/>
            <pc:sldMk cId="2454298422" sldId="728"/>
            <ac:spMk id="64" creationId="{8761DDFE-071F-4200-B0AA-394476C2D2D6}"/>
          </ac:spMkLst>
        </pc:spChg>
        <pc:spChg chg="add del">
          <ac:chgData name="bhurasanyam717@gmail.com" userId="b68a030977c80ce8" providerId="Windows Live" clId="Web-{4C79402B-E579-4FD8-86F4-0900FA6B06AA}" dt="2026-01-29T21:57:00.218" v="372"/>
          <ac:spMkLst>
            <pc:docMk/>
            <pc:sldMk cId="2454298422" sldId="728"/>
            <ac:spMk id="66" creationId="{CEF6118E-44FB-4509-B4D9-129052E4C6EE}"/>
          </ac:spMkLst>
        </pc:spChg>
        <pc:spChg chg="add del">
          <ac:chgData name="bhurasanyam717@gmail.com" userId="b68a030977c80ce8" providerId="Windows Live" clId="Web-{4C79402B-E579-4FD8-86F4-0900FA6B06AA}" dt="2026-01-29T21:57:26.702" v="374"/>
          <ac:spMkLst>
            <pc:docMk/>
            <pc:sldMk cId="2454298422" sldId="728"/>
            <ac:spMk id="68" creationId="{84DF55BE-B4AB-4BA1-BDE1-E9F7FB3F110A}"/>
          </ac:spMkLst>
        </pc:spChg>
        <pc:spChg chg="add del">
          <ac:chgData name="bhurasanyam717@gmail.com" userId="b68a030977c80ce8" providerId="Windows Live" clId="Web-{4C79402B-E579-4FD8-86F4-0900FA6B06AA}" dt="2026-01-29T21:59:17.659" v="395"/>
          <ac:spMkLst>
            <pc:docMk/>
            <pc:sldMk cId="2454298422" sldId="728"/>
            <ac:spMk id="70" creationId="{3C2FC81D-C43B-D6D3-660A-B463918C2AB1}"/>
          </ac:spMkLst>
        </pc:spChg>
        <pc:spChg chg="add del">
          <ac:chgData name="bhurasanyam717@gmail.com" userId="b68a030977c80ce8" providerId="Windows Live" clId="Web-{4C79402B-E579-4FD8-86F4-0900FA6B06AA}" dt="2026-01-29T21:59:05.565" v="392"/>
          <ac:spMkLst>
            <pc:docMk/>
            <pc:sldMk cId="2454298422" sldId="728"/>
            <ac:spMk id="77" creationId="{8F7AFB9A-7364-478C-B48B-8523CDD9AE8D}"/>
          </ac:spMkLst>
        </pc:spChg>
        <pc:spChg chg="add del">
          <ac:chgData name="bhurasanyam717@gmail.com" userId="b68a030977c80ce8" providerId="Windows Live" clId="Web-{4C79402B-E579-4FD8-86F4-0900FA6B06AA}" dt="2026-01-29T21:59:05.565" v="392"/>
          <ac:spMkLst>
            <pc:docMk/>
            <pc:sldMk cId="2454298422" sldId="728"/>
            <ac:spMk id="79" creationId="{36678033-86B6-40E6-BE90-78D8ED4E3A31}"/>
          </ac:spMkLst>
        </pc:spChg>
        <pc:spChg chg="add del">
          <ac:chgData name="bhurasanyam717@gmail.com" userId="b68a030977c80ce8" providerId="Windows Live" clId="Web-{4C79402B-E579-4FD8-86F4-0900FA6B06AA}" dt="2026-01-29T21:59:05.565" v="392"/>
          <ac:spMkLst>
            <pc:docMk/>
            <pc:sldMk cId="2454298422" sldId="728"/>
            <ac:spMk id="81" creationId="{D2542E1A-076E-4A34-BB67-2BF961754E0C}"/>
          </ac:spMkLst>
        </pc:spChg>
        <pc:spChg chg="add del">
          <ac:chgData name="bhurasanyam717@gmail.com" userId="b68a030977c80ce8" providerId="Windows Live" clId="Web-{4C79402B-E579-4FD8-86F4-0900FA6B06AA}" dt="2026-01-29T21:59:05.565" v="392"/>
          <ac:spMkLst>
            <pc:docMk/>
            <pc:sldMk cId="2454298422" sldId="728"/>
            <ac:spMk id="83" creationId="{75C56826-D4E5-42ED-8529-079651CB3005}"/>
          </ac:spMkLst>
        </pc:spChg>
        <pc:spChg chg="add del">
          <ac:chgData name="bhurasanyam717@gmail.com" userId="b68a030977c80ce8" providerId="Windows Live" clId="Web-{4C79402B-E579-4FD8-86F4-0900FA6B06AA}" dt="2026-01-29T21:59:05.565" v="392"/>
          <ac:spMkLst>
            <pc:docMk/>
            <pc:sldMk cId="2454298422" sldId="728"/>
            <ac:spMk id="85" creationId="{82095FCE-EF05-4443-B97A-85DEE3A5CA17}"/>
          </ac:spMkLst>
        </pc:spChg>
        <pc:spChg chg="add del">
          <ac:chgData name="bhurasanyam717@gmail.com" userId="b68a030977c80ce8" providerId="Windows Live" clId="Web-{4C79402B-E579-4FD8-86F4-0900FA6B06AA}" dt="2026-01-29T21:59:17.659" v="394"/>
          <ac:spMkLst>
            <pc:docMk/>
            <pc:sldMk cId="2454298422" sldId="728"/>
            <ac:spMk id="87" creationId="{CEF6118E-44FB-4509-B4D9-129052E4C6EE}"/>
          </ac:spMkLst>
        </pc:spChg>
        <pc:spChg chg="add del">
          <ac:chgData name="bhurasanyam717@gmail.com" userId="b68a030977c80ce8" providerId="Windows Live" clId="Web-{4C79402B-E579-4FD8-86F4-0900FA6B06AA}" dt="2026-01-29T22:00:32.797" v="409"/>
          <ac:spMkLst>
            <pc:docMk/>
            <pc:sldMk cId="2454298422" sldId="728"/>
            <ac:spMk id="89" creationId="{99F1FFA9-D672-408C-9220-ADEEC6ABDD09}"/>
          </ac:spMkLst>
        </pc:spChg>
        <pc:spChg chg="add del">
          <ac:chgData name="bhurasanyam717@gmail.com" userId="b68a030977c80ce8" providerId="Windows Live" clId="Web-{4C79402B-E579-4FD8-86F4-0900FA6B06AA}" dt="2026-01-29T21:59:45.254" v="398"/>
          <ac:spMkLst>
            <pc:docMk/>
            <pc:sldMk cId="2454298422" sldId="728"/>
            <ac:spMk id="94" creationId="{231BF440-39FA-4087-84CC-2EEC0BBDAF29}"/>
          </ac:spMkLst>
        </pc:spChg>
        <pc:spChg chg="add del">
          <ac:chgData name="bhurasanyam717@gmail.com" userId="b68a030977c80ce8" providerId="Windows Live" clId="Web-{4C79402B-E579-4FD8-86F4-0900FA6B06AA}" dt="2026-01-29T21:59:45.254" v="398"/>
          <ac:spMkLst>
            <pc:docMk/>
            <pc:sldMk cId="2454298422" sldId="728"/>
            <ac:spMk id="96" creationId="{F04E4CBA-303B-48BD-8451-C2701CB0EEBF}"/>
          </ac:spMkLst>
        </pc:spChg>
        <pc:spChg chg="add del">
          <ac:chgData name="bhurasanyam717@gmail.com" userId="b68a030977c80ce8" providerId="Windows Live" clId="Web-{4C79402B-E579-4FD8-86F4-0900FA6B06AA}" dt="2026-01-29T21:59:45.254" v="398"/>
          <ac:spMkLst>
            <pc:docMk/>
            <pc:sldMk cId="2454298422" sldId="728"/>
            <ac:spMk id="98" creationId="{F6CA58B3-AFCC-4A40-9882-50D5080879B0}"/>
          </ac:spMkLst>
        </pc:spChg>
        <pc:spChg chg="add del">
          <ac:chgData name="bhurasanyam717@gmail.com" userId="b68a030977c80ce8" providerId="Windows Live" clId="Web-{4C79402B-E579-4FD8-86F4-0900FA6B06AA}" dt="2026-01-29T21:59:45.254" v="398"/>
          <ac:spMkLst>
            <pc:docMk/>
            <pc:sldMk cId="2454298422" sldId="728"/>
            <ac:spMk id="100" creationId="{75C56826-D4E5-42ED-8529-079651CB3005}"/>
          </ac:spMkLst>
        </pc:spChg>
        <pc:spChg chg="add del">
          <ac:chgData name="bhurasanyam717@gmail.com" userId="b68a030977c80ce8" providerId="Windows Live" clId="Web-{4C79402B-E579-4FD8-86F4-0900FA6B06AA}" dt="2026-01-29T21:59:45.254" v="398"/>
          <ac:spMkLst>
            <pc:docMk/>
            <pc:sldMk cId="2454298422" sldId="728"/>
            <ac:spMk id="102" creationId="{82095FCE-EF05-4443-B97A-85DEE3A5CA17}"/>
          </ac:spMkLst>
        </pc:spChg>
        <pc:spChg chg="add del">
          <ac:chgData name="bhurasanyam717@gmail.com" userId="b68a030977c80ce8" providerId="Windows Live" clId="Web-{4C79402B-E579-4FD8-86F4-0900FA6B06AA}" dt="2026-01-29T21:59:45.254" v="398"/>
          <ac:spMkLst>
            <pc:docMk/>
            <pc:sldMk cId="2454298422" sldId="728"/>
            <ac:spMk id="104" creationId="{CA00AE6B-AA30-4CF8-BA6F-339B780AD76C}"/>
          </ac:spMkLst>
        </pc:spChg>
        <pc:spChg chg="add del">
          <ac:chgData name="bhurasanyam717@gmail.com" userId="b68a030977c80ce8" providerId="Windows Live" clId="Web-{4C79402B-E579-4FD8-86F4-0900FA6B06AA}" dt="2026-01-29T21:59:49.223" v="400"/>
          <ac:spMkLst>
            <pc:docMk/>
            <pc:sldMk cId="2454298422" sldId="728"/>
            <ac:spMk id="106" creationId="{8761DDFE-071F-4200-B0AA-394476C2D2D6}"/>
          </ac:spMkLst>
        </pc:spChg>
        <pc:spChg chg="add del">
          <ac:chgData name="bhurasanyam717@gmail.com" userId="b68a030977c80ce8" providerId="Windows Live" clId="Web-{4C79402B-E579-4FD8-86F4-0900FA6B06AA}" dt="2026-01-29T21:59:56.630" v="402"/>
          <ac:spMkLst>
            <pc:docMk/>
            <pc:sldMk cId="2454298422" sldId="728"/>
            <ac:spMk id="108" creationId="{352BEC0E-22F8-46D0-9632-375DB541B06C}"/>
          </ac:spMkLst>
        </pc:spChg>
        <pc:spChg chg="add del">
          <ac:chgData name="bhurasanyam717@gmail.com" userId="b68a030977c80ce8" providerId="Windows Live" clId="Web-{4C79402B-E579-4FD8-86F4-0900FA6B06AA}" dt="2026-01-29T21:59:56.630" v="402"/>
          <ac:spMkLst>
            <pc:docMk/>
            <pc:sldMk cId="2454298422" sldId="728"/>
            <ac:spMk id="109" creationId="{3FCFB1DE-0B7E-48CC-BA90-B2AB0889F9D6}"/>
          </ac:spMkLst>
        </pc:spChg>
        <pc:spChg chg="add del">
          <ac:chgData name="bhurasanyam717@gmail.com" userId="b68a030977c80ce8" providerId="Windows Live" clId="Web-{4C79402B-E579-4FD8-86F4-0900FA6B06AA}" dt="2026-01-29T22:00:03.146" v="404"/>
          <ac:spMkLst>
            <pc:docMk/>
            <pc:sldMk cId="2454298422" sldId="728"/>
            <ac:spMk id="110" creationId="{4D375151-3D44-4B34-88D9-A08402E8A041}"/>
          </ac:spMkLst>
        </pc:spChg>
        <pc:spChg chg="add del">
          <ac:chgData name="bhurasanyam717@gmail.com" userId="b68a030977c80ce8" providerId="Windows Live" clId="Web-{4C79402B-E579-4FD8-86F4-0900FA6B06AA}" dt="2026-01-29T22:00:03.146" v="404"/>
          <ac:spMkLst>
            <pc:docMk/>
            <pc:sldMk cId="2454298422" sldId="728"/>
            <ac:spMk id="111" creationId="{0DAF39E6-1585-416A-BC79-FB7023B3035C}"/>
          </ac:spMkLst>
        </pc:spChg>
        <pc:spChg chg="add del">
          <ac:chgData name="bhurasanyam717@gmail.com" userId="b68a030977c80ce8" providerId="Windows Live" clId="Web-{4C79402B-E579-4FD8-86F4-0900FA6B06AA}" dt="2026-01-29T22:00:03.146" v="404"/>
          <ac:spMkLst>
            <pc:docMk/>
            <pc:sldMk cId="2454298422" sldId="728"/>
            <ac:spMk id="112" creationId="{E42723E8-748E-41FD-AC08-C130F1975734}"/>
          </ac:spMkLst>
        </pc:spChg>
        <pc:spChg chg="add del">
          <ac:chgData name="bhurasanyam717@gmail.com" userId="b68a030977c80ce8" providerId="Windows Live" clId="Web-{4C79402B-E579-4FD8-86F4-0900FA6B06AA}" dt="2026-01-29T22:00:03.146" v="404"/>
          <ac:spMkLst>
            <pc:docMk/>
            <pc:sldMk cId="2454298422" sldId="728"/>
            <ac:spMk id="113" creationId="{E9A52699-416B-4582-895E-5FA26C045FE6}"/>
          </ac:spMkLst>
        </pc:spChg>
        <pc:spChg chg="add del">
          <ac:chgData name="bhurasanyam717@gmail.com" userId="b68a030977c80ce8" providerId="Windows Live" clId="Web-{4C79402B-E579-4FD8-86F4-0900FA6B06AA}" dt="2026-01-29T22:00:03.146" v="404"/>
          <ac:spMkLst>
            <pc:docMk/>
            <pc:sldMk cId="2454298422" sldId="728"/>
            <ac:spMk id="114" creationId="{403B78FA-544E-4E76-B5A2-80AF27FCE7DF}"/>
          </ac:spMkLst>
        </pc:spChg>
        <pc:spChg chg="add del">
          <ac:chgData name="bhurasanyam717@gmail.com" userId="b68a030977c80ce8" providerId="Windows Live" clId="Web-{4C79402B-E579-4FD8-86F4-0900FA6B06AA}" dt="2026-01-29T22:00:03.146" v="404"/>
          <ac:spMkLst>
            <pc:docMk/>
            <pc:sldMk cId="2454298422" sldId="728"/>
            <ac:spMk id="116" creationId="{DDAF221D-8B70-4DA2-8EC6-1B35600F83A0}"/>
          </ac:spMkLst>
        </pc:spChg>
        <pc:spChg chg="add del">
          <ac:chgData name="bhurasanyam717@gmail.com" userId="b68a030977c80ce8" providerId="Windows Live" clId="Web-{4C79402B-E579-4FD8-86F4-0900FA6B06AA}" dt="2026-01-29T22:00:03.146" v="404"/>
          <ac:spMkLst>
            <pc:docMk/>
            <pc:sldMk cId="2454298422" sldId="728"/>
            <ac:spMk id="117" creationId="{16F72A90-B900-47B2-8B00-49749A6F0766}"/>
          </ac:spMkLst>
        </pc:spChg>
        <pc:spChg chg="add del">
          <ac:chgData name="bhurasanyam717@gmail.com" userId="b68a030977c80ce8" providerId="Windows Live" clId="Web-{4C79402B-E579-4FD8-86F4-0900FA6B06AA}" dt="2026-01-29T22:00:03.146" v="404"/>
          <ac:spMkLst>
            <pc:docMk/>
            <pc:sldMk cId="2454298422" sldId="728"/>
            <ac:spMk id="118" creationId="{A98F7AA8-63CB-43D4-96CA-C60D2638FE4F}"/>
          </ac:spMkLst>
        </pc:spChg>
        <pc:spChg chg="add del">
          <ac:chgData name="bhurasanyam717@gmail.com" userId="b68a030977c80ce8" providerId="Windows Live" clId="Web-{4C79402B-E579-4FD8-86F4-0900FA6B06AA}" dt="2026-01-29T22:00:18.776" v="406"/>
          <ac:spMkLst>
            <pc:docMk/>
            <pc:sldMk cId="2454298422" sldId="728"/>
            <ac:spMk id="120" creationId="{A2679492-7988-4050-9056-542444452411}"/>
          </ac:spMkLst>
        </pc:spChg>
        <pc:spChg chg="add del">
          <ac:chgData name="bhurasanyam717@gmail.com" userId="b68a030977c80ce8" providerId="Windows Live" clId="Web-{4C79402B-E579-4FD8-86F4-0900FA6B06AA}" dt="2026-01-29T22:00:18.776" v="406"/>
          <ac:spMkLst>
            <pc:docMk/>
            <pc:sldMk cId="2454298422" sldId="728"/>
            <ac:spMk id="121" creationId="{B5ABDEAA-B248-4182-B67C-A925338E772D}"/>
          </ac:spMkLst>
        </pc:spChg>
        <pc:spChg chg="add del">
          <ac:chgData name="bhurasanyam717@gmail.com" userId="b68a030977c80ce8" providerId="Windows Live" clId="Web-{4C79402B-E579-4FD8-86F4-0900FA6B06AA}" dt="2026-01-29T22:00:18.776" v="406"/>
          <ac:spMkLst>
            <pc:docMk/>
            <pc:sldMk cId="2454298422" sldId="728"/>
            <ac:spMk id="122" creationId="{B091B163-7D61-4891-ABCF-5C13D9C418D0}"/>
          </ac:spMkLst>
        </pc:spChg>
        <pc:spChg chg="add del">
          <ac:chgData name="bhurasanyam717@gmail.com" userId="b68a030977c80ce8" providerId="Windows Live" clId="Web-{4C79402B-E579-4FD8-86F4-0900FA6B06AA}" dt="2026-01-29T22:00:32.781" v="408"/>
          <ac:spMkLst>
            <pc:docMk/>
            <pc:sldMk cId="2454298422" sldId="728"/>
            <ac:spMk id="125" creationId="{CEF6118E-44FB-4509-B4D9-129052E4C6EE}"/>
          </ac:spMkLst>
        </pc:spChg>
        <pc:spChg chg="add del">
          <ac:chgData name="bhurasanyam717@gmail.com" userId="b68a030977c80ce8" providerId="Windows Live" clId="Web-{4C79402B-E579-4FD8-86F4-0900FA6B06AA}" dt="2026-01-29T22:01:13.189" v="412"/>
          <ac:spMkLst>
            <pc:docMk/>
            <pc:sldMk cId="2454298422" sldId="728"/>
            <ac:spMk id="127" creationId="{352BEC0E-22F8-46D0-9632-375DB541B06C}"/>
          </ac:spMkLst>
        </pc:spChg>
        <pc:spChg chg="add del">
          <ac:chgData name="bhurasanyam717@gmail.com" userId="b68a030977c80ce8" providerId="Windows Live" clId="Web-{4C79402B-E579-4FD8-86F4-0900FA6B06AA}" dt="2026-01-29T22:01:13.189" v="412"/>
          <ac:spMkLst>
            <pc:docMk/>
            <pc:sldMk cId="2454298422" sldId="728"/>
            <ac:spMk id="128" creationId="{3FCFB1DE-0B7E-48CC-BA90-B2AB0889F9D6}"/>
          </ac:spMkLst>
        </pc:spChg>
        <pc:spChg chg="add del">
          <ac:chgData name="bhurasanyam717@gmail.com" userId="b68a030977c80ce8" providerId="Windows Live" clId="Web-{4C79402B-E579-4FD8-86F4-0900FA6B06AA}" dt="2026-01-29T22:09:05.259" v="427"/>
          <ac:spMkLst>
            <pc:docMk/>
            <pc:sldMk cId="2454298422" sldId="728"/>
            <ac:spMk id="133" creationId="{CEF6118E-44FB-4509-B4D9-129052E4C6EE}"/>
          </ac:spMkLst>
        </pc:spChg>
        <pc:grpChg chg="add del">
          <ac:chgData name="bhurasanyam717@gmail.com" userId="b68a030977c80ce8" providerId="Windows Live" clId="Web-{4C79402B-E579-4FD8-86F4-0900FA6B06AA}" dt="2026-01-29T22:12:04.497" v="447"/>
          <ac:grpSpMkLst>
            <pc:docMk/>
            <pc:sldMk cId="2454298422" sldId="728"/>
            <ac:grpSpMk id="7" creationId="{6258F736-B256-8039-9DC6-F4E49A5C5AD5}"/>
          </ac:grpSpMkLst>
        </pc:grpChg>
        <pc:grpChg chg="del">
          <ac:chgData name="bhurasanyam717@gmail.com" userId="b68a030977c80ce8" providerId="Windows Live" clId="Web-{4C79402B-E579-4FD8-86F4-0900FA6B06AA}" dt="2026-01-29T20:31:48.531" v="64"/>
          <ac:grpSpMkLst>
            <pc:docMk/>
            <pc:sldMk cId="2454298422" sldId="728"/>
            <ac:grpSpMk id="11" creationId="{6258F736-B256-8039-9DC6-F4E49A5C5AD5}"/>
          </ac:grpSpMkLst>
        </pc:grpChg>
        <pc:grpChg chg="add del">
          <ac:chgData name="bhurasanyam717@gmail.com" userId="b68a030977c80ce8" providerId="Windows Live" clId="Web-{4C79402B-E579-4FD8-86F4-0900FA6B06AA}" dt="2026-01-29T22:12:32.138" v="458"/>
          <ac:grpSpMkLst>
            <pc:docMk/>
            <pc:sldMk cId="2454298422" sldId="728"/>
            <ac:grpSpMk id="17" creationId="{31C49F18-8757-4E87-5C2E-9D6D7B82BA3B}"/>
          </ac:grpSpMkLst>
        </pc:grpChg>
        <pc:grpChg chg="add del">
          <ac:chgData name="bhurasanyam717@gmail.com" userId="b68a030977c80ce8" providerId="Windows Live" clId="Web-{4C79402B-E579-4FD8-86F4-0900FA6B06AA}" dt="2026-01-29T21:55:59.171" v="366"/>
          <ac:grpSpMkLst>
            <pc:docMk/>
            <pc:sldMk cId="2454298422" sldId="728"/>
            <ac:grpSpMk id="18" creationId="{6258F736-B256-8039-9DC6-F4E49A5C5AD5}"/>
          </ac:grpSpMkLst>
        </pc:grpChg>
        <pc:grpChg chg="add del">
          <ac:chgData name="bhurasanyam717@gmail.com" userId="b68a030977c80ce8" providerId="Windows Live" clId="Web-{4C79402B-E579-4FD8-86F4-0900FA6B06AA}" dt="2026-01-29T22:12:32.138" v="457"/>
          <ac:grpSpMkLst>
            <pc:docMk/>
            <pc:sldMk cId="2454298422" sldId="728"/>
            <ac:grpSpMk id="21" creationId="{1FD67D68-9B83-C338-8342-3348D8F22347}"/>
          </ac:grpSpMkLst>
        </pc:grpChg>
        <pc:grpChg chg="add del">
          <ac:chgData name="bhurasanyam717@gmail.com" userId="b68a030977c80ce8" providerId="Windows Live" clId="Web-{4C79402B-E579-4FD8-86F4-0900FA6B06AA}" dt="2026-01-29T22:12:19.950" v="451"/>
          <ac:grpSpMkLst>
            <pc:docMk/>
            <pc:sldMk cId="2454298422" sldId="728"/>
            <ac:grpSpMk id="24" creationId="{114ED94A-C85D-4CD3-4205-438D21CE6B38}"/>
          </ac:grpSpMkLst>
        </pc:grpChg>
        <pc:grpChg chg="add del">
          <ac:chgData name="bhurasanyam717@gmail.com" userId="b68a030977c80ce8" providerId="Windows Live" clId="Web-{4C79402B-E579-4FD8-86F4-0900FA6B06AA}" dt="2026-01-29T22:12:24.263" v="453"/>
          <ac:grpSpMkLst>
            <pc:docMk/>
            <pc:sldMk cId="2454298422" sldId="728"/>
            <ac:grpSpMk id="30" creationId="{3AFCAD34-1AFC-BC1A-F6B2-C34C63912EAB}"/>
          </ac:grpSpMkLst>
        </pc:grpChg>
        <pc:grpChg chg="add del">
          <ac:chgData name="bhurasanyam717@gmail.com" userId="b68a030977c80ce8" providerId="Windows Live" clId="Web-{4C79402B-E579-4FD8-86F4-0900FA6B06AA}" dt="2026-01-29T22:12:58.842" v="461"/>
          <ac:grpSpMkLst>
            <pc:docMk/>
            <pc:sldMk cId="2454298422" sldId="728"/>
            <ac:grpSpMk id="32" creationId="{C54A2A4D-19EF-3552-F383-6AD9587C8AFC}"/>
          </ac:grpSpMkLst>
        </pc:grpChg>
        <pc:grpChg chg="add">
          <ac:chgData name="bhurasanyam717@gmail.com" userId="b68a030977c80ce8" providerId="Windows Live" clId="Web-{4C79402B-E579-4FD8-86F4-0900FA6B06AA}" dt="2026-01-29T22:12:58.842" v="461"/>
          <ac:grpSpMkLst>
            <pc:docMk/>
            <pc:sldMk cId="2454298422" sldId="728"/>
            <ac:grpSpMk id="36" creationId="{31C49F18-8757-4E87-5C2E-9D6D7B82BA3B}"/>
          </ac:grpSpMkLst>
        </pc:grpChg>
        <pc:grpChg chg="add del">
          <ac:chgData name="bhurasanyam717@gmail.com" userId="b68a030977c80ce8" providerId="Windows Live" clId="Web-{4C79402B-E579-4FD8-86F4-0900FA6B06AA}" dt="2026-01-29T21:57:26.718" v="375"/>
          <ac:grpSpMkLst>
            <pc:docMk/>
            <pc:sldMk cId="2454298422" sldId="728"/>
            <ac:grpSpMk id="51" creationId="{19A6B5CE-CB1D-48EE-8B43-E952235C8371}"/>
          </ac:grpSpMkLst>
        </pc:grpChg>
        <pc:grpChg chg="add del">
          <ac:chgData name="bhurasanyam717@gmail.com" userId="b68a030977c80ce8" providerId="Windows Live" clId="Web-{4C79402B-E579-4FD8-86F4-0900FA6B06AA}" dt="2026-01-29T21:59:17.659" v="395"/>
          <ac:grpSpMkLst>
            <pc:docMk/>
            <pc:sldMk cId="2454298422" sldId="728"/>
            <ac:grpSpMk id="71" creationId="{BDDB3F1B-9976-8542-B149-C66F2061F229}"/>
          </ac:grpSpMkLst>
        </pc:grpChg>
        <pc:grpChg chg="add del">
          <ac:chgData name="bhurasanyam717@gmail.com" userId="b68a030977c80ce8" providerId="Windows Live" clId="Web-{4C79402B-E579-4FD8-86F4-0900FA6B06AA}" dt="2026-01-29T22:08:56.868" v="420"/>
          <ac:grpSpMkLst>
            <pc:docMk/>
            <pc:sldMk cId="2454298422" sldId="728"/>
            <ac:grpSpMk id="138" creationId="{6258F736-B256-8039-9DC6-F4E49A5C5AD5}"/>
          </ac:grpSpMkLst>
        </pc:grpChg>
        <pc:grpChg chg="add del">
          <ac:chgData name="bhurasanyam717@gmail.com" userId="b68a030977c80ce8" providerId="Windows Live" clId="Web-{4C79402B-E579-4FD8-86F4-0900FA6B06AA}" dt="2026-01-29T22:08:59.993" v="422"/>
          <ac:grpSpMkLst>
            <pc:docMk/>
            <pc:sldMk cId="2454298422" sldId="728"/>
            <ac:grpSpMk id="143" creationId="{114ED94A-C85D-4CD3-4205-438D21CE6B38}"/>
          </ac:grpSpMkLst>
        </pc:grpChg>
        <pc:grpChg chg="add del">
          <ac:chgData name="bhurasanyam717@gmail.com" userId="b68a030977c80ce8" providerId="Windows Live" clId="Web-{4C79402B-E579-4FD8-86F4-0900FA6B06AA}" dt="2026-01-29T22:09:02.587" v="424"/>
          <ac:grpSpMkLst>
            <pc:docMk/>
            <pc:sldMk cId="2454298422" sldId="728"/>
            <ac:grpSpMk id="145" creationId="{31C49F18-8757-4E87-5C2E-9D6D7B82BA3B}"/>
          </ac:grpSpMkLst>
        </pc:grpChg>
        <pc:grpChg chg="add del">
          <ac:chgData name="bhurasanyam717@gmail.com" userId="b68a030977c80ce8" providerId="Windows Live" clId="Web-{4C79402B-E579-4FD8-86F4-0900FA6B06AA}" dt="2026-01-29T22:09:05.244" v="426"/>
          <ac:grpSpMkLst>
            <pc:docMk/>
            <pc:sldMk cId="2454298422" sldId="728"/>
            <ac:grpSpMk id="147" creationId="{1FD67D68-9B83-C338-8342-3348D8F22347}"/>
          </ac:grpSpMkLst>
        </pc:grpChg>
        <pc:grpChg chg="add del">
          <ac:chgData name="bhurasanyam717@gmail.com" userId="b68a030977c80ce8" providerId="Windows Live" clId="Web-{4C79402B-E579-4FD8-86F4-0900FA6B06AA}" dt="2026-01-29T22:11:01.932" v="444"/>
          <ac:grpSpMkLst>
            <pc:docMk/>
            <pc:sldMk cId="2454298422" sldId="728"/>
            <ac:grpSpMk id="149" creationId="{31C49F18-8757-4E87-5C2E-9D6D7B82BA3B}"/>
          </ac:grpSpMkLst>
        </pc:grpChg>
        <pc:grpChg chg="add del">
          <ac:chgData name="bhurasanyam717@gmail.com" userId="b68a030977c80ce8" providerId="Windows Live" clId="Web-{4C79402B-E579-4FD8-86F4-0900FA6B06AA}" dt="2026-01-29T22:11:01.932" v="443"/>
          <ac:grpSpMkLst>
            <pc:docMk/>
            <pc:sldMk cId="2454298422" sldId="728"/>
            <ac:grpSpMk id="154" creationId="{5EC81CC9-EAC3-3907-9268-3A583E3B6356}"/>
          </ac:grpSpMkLst>
        </pc:grpChg>
        <pc:picChg chg="add del mod ord">
          <ac:chgData name="bhurasanyam717@gmail.com" userId="b68a030977c80ce8" providerId="Windows Live" clId="Web-{4C79402B-E579-4FD8-86F4-0900FA6B06AA}" dt="2026-01-29T22:07:36.870" v="416"/>
          <ac:picMkLst>
            <pc:docMk/>
            <pc:sldMk cId="2454298422" sldId="728"/>
            <ac:picMk id="3" creationId="{5A0A7453-B602-932C-9607-EC06142F6BD1}"/>
          </ac:picMkLst>
        </pc:picChg>
        <pc:picChg chg="add del mod ord">
          <ac:chgData name="bhurasanyam717@gmail.com" userId="b68a030977c80ce8" providerId="Windows Live" clId="Web-{4C79402B-E579-4FD8-86F4-0900FA6B06AA}" dt="2026-01-29T22:12:39.389" v="459"/>
          <ac:picMkLst>
            <pc:docMk/>
            <pc:sldMk cId="2454298422" sldId="728"/>
            <ac:picMk id="4" creationId="{CC6348AF-3F67-0695-B19B-FACF0FA34D92}"/>
          </ac:picMkLst>
        </pc:picChg>
        <pc:picChg chg="add mod">
          <ac:chgData name="bhurasanyam717@gmail.com" userId="b68a030977c80ce8" providerId="Windows Live" clId="Web-{4C79402B-E579-4FD8-86F4-0900FA6B06AA}" dt="2026-01-29T22:13:59.643" v="477" actId="14100"/>
          <ac:picMkLst>
            <pc:docMk/>
            <pc:sldMk cId="2454298422" sldId="728"/>
            <ac:picMk id="6" creationId="{55FE7A98-0258-8610-AEB2-98B923ABB642}"/>
          </ac:picMkLst>
        </pc:picChg>
        <pc:picChg chg="del mod">
          <ac:chgData name="bhurasanyam717@gmail.com" userId="b68a030977c80ce8" providerId="Windows Live" clId="Web-{4C79402B-E579-4FD8-86F4-0900FA6B06AA}" dt="2026-01-29T21:46:23.156" v="334"/>
          <ac:picMkLst>
            <pc:docMk/>
            <pc:sldMk cId="2454298422" sldId="728"/>
            <ac:picMk id="6" creationId="{88E12435-62A1-1FCF-8205-A3E41CB1BEAF}"/>
          </ac:picMkLst>
        </pc:picChg>
        <pc:cxnChg chg="add del">
          <ac:chgData name="bhurasanyam717@gmail.com" userId="b68a030977c80ce8" providerId="Windows Live" clId="Web-{4C79402B-E579-4FD8-86F4-0900FA6B06AA}" dt="2026-01-29T22:00:18.776" v="406"/>
          <ac:cxnSpMkLst>
            <pc:docMk/>
            <pc:sldMk cId="2454298422" sldId="728"/>
            <ac:cxnSpMk id="123" creationId="{C49DA8F6-BCC1-4447-B54C-57856834B94B}"/>
          </ac:cxnSpMkLst>
        </pc:cxnChg>
      </pc:sldChg>
      <pc:sldChg chg="del">
        <pc:chgData name="bhurasanyam717@gmail.com" userId="b68a030977c80ce8" providerId="Windows Live" clId="Web-{4C79402B-E579-4FD8-86F4-0900FA6B06AA}" dt="2026-01-29T22:24:15.514" v="488"/>
        <pc:sldMkLst>
          <pc:docMk/>
          <pc:sldMk cId="3261949722" sldId="729"/>
        </pc:sldMkLst>
      </pc:sldChg>
      <pc:sldChg chg="modSp">
        <pc:chgData name="bhurasanyam717@gmail.com" userId="b68a030977c80ce8" providerId="Windows Live" clId="Web-{4C79402B-E579-4FD8-86F4-0900FA6B06AA}" dt="2026-01-29T20:44:11.314" v="102" actId="14100"/>
        <pc:sldMkLst>
          <pc:docMk/>
          <pc:sldMk cId="1776323650" sldId="730"/>
        </pc:sldMkLst>
        <pc:spChg chg="mod">
          <ac:chgData name="bhurasanyam717@gmail.com" userId="b68a030977c80ce8" providerId="Windows Live" clId="Web-{4C79402B-E579-4FD8-86F4-0900FA6B06AA}" dt="2026-01-29T20:43:55.454" v="97" actId="14100"/>
          <ac:spMkLst>
            <pc:docMk/>
            <pc:sldMk cId="1776323650" sldId="730"/>
            <ac:spMk id="3" creationId="{E56CFC8A-674A-606C-99C9-F56483D8EB61}"/>
          </ac:spMkLst>
        </pc:spChg>
        <pc:spChg chg="mod">
          <ac:chgData name="bhurasanyam717@gmail.com" userId="b68a030977c80ce8" providerId="Windows Live" clId="Web-{4C79402B-E579-4FD8-86F4-0900FA6B06AA}" dt="2026-01-29T20:42:08.776" v="77" actId="20577"/>
          <ac:spMkLst>
            <pc:docMk/>
            <pc:sldMk cId="1776323650" sldId="730"/>
            <ac:spMk id="4" creationId="{BF6D1EEE-A372-CDD5-4365-D3C2B7E0CEC3}"/>
          </ac:spMkLst>
        </pc:spChg>
        <pc:picChg chg="mod">
          <ac:chgData name="bhurasanyam717@gmail.com" userId="b68a030977c80ce8" providerId="Windows Live" clId="Web-{4C79402B-E579-4FD8-86F4-0900FA6B06AA}" dt="2026-01-29T20:44:11.314" v="102" actId="14100"/>
          <ac:picMkLst>
            <pc:docMk/>
            <pc:sldMk cId="1776323650" sldId="730"/>
            <ac:picMk id="5" creationId="{1B55856E-9FF1-3A67-2103-8D4E1B3CCF95}"/>
          </ac:picMkLst>
        </pc:picChg>
      </pc:sldChg>
      <pc:sldChg chg="del">
        <pc:chgData name="bhurasanyam717@gmail.com" userId="b68a030977c80ce8" providerId="Windows Live" clId="Web-{4C79402B-E579-4FD8-86F4-0900FA6B06AA}" dt="2026-01-29T20:17:05.198" v="29"/>
        <pc:sldMkLst>
          <pc:docMk/>
          <pc:sldMk cId="356740063" sldId="731"/>
        </pc:sldMkLst>
      </pc:sldChg>
      <pc:sldChg chg="addSp delSp modSp">
        <pc:chgData name="bhurasanyam717@gmail.com" userId="b68a030977c80ce8" providerId="Windows Live" clId="Web-{4C79402B-E579-4FD8-86F4-0900FA6B06AA}" dt="2026-01-29T20:50:29.112" v="168" actId="20577"/>
        <pc:sldMkLst>
          <pc:docMk/>
          <pc:sldMk cId="2073390867" sldId="732"/>
        </pc:sldMkLst>
        <pc:spChg chg="mod">
          <ac:chgData name="bhurasanyam717@gmail.com" userId="b68a030977c80ce8" providerId="Windows Live" clId="Web-{4C79402B-E579-4FD8-86F4-0900FA6B06AA}" dt="2026-01-29T20:50:29.112" v="168" actId="20577"/>
          <ac:spMkLst>
            <pc:docMk/>
            <pc:sldMk cId="2073390867" sldId="732"/>
            <ac:spMk id="5" creationId="{640CD33B-3AC0-A5AE-C044-25F72D492BF5}"/>
          </ac:spMkLst>
        </pc:spChg>
        <pc:spChg chg="mod">
          <ac:chgData name="bhurasanyam717@gmail.com" userId="b68a030977c80ce8" providerId="Windows Live" clId="Web-{4C79402B-E579-4FD8-86F4-0900FA6B06AA}" dt="2026-01-29T20:50:03.674" v="164" actId="14100"/>
          <ac:spMkLst>
            <pc:docMk/>
            <pc:sldMk cId="2073390867" sldId="732"/>
            <ac:spMk id="6" creationId="{9950CA8F-A3F7-CC98-DB01-6134178481A1}"/>
          </ac:spMkLst>
        </pc:spChg>
        <pc:grpChg chg="add del">
          <ac:chgData name="bhurasanyam717@gmail.com" userId="b68a030977c80ce8" providerId="Windows Live" clId="Web-{4C79402B-E579-4FD8-86F4-0900FA6B06AA}" dt="2026-01-29T20:49:38.799" v="158"/>
          <ac:grpSpMkLst>
            <pc:docMk/>
            <pc:sldMk cId="2073390867" sldId="732"/>
            <ac:grpSpMk id="19" creationId="{6258F736-B256-8039-9DC6-F4E49A5C5AD5}"/>
          </ac:grpSpMkLst>
        </pc:grpChg>
        <pc:grpChg chg="add del">
          <ac:chgData name="bhurasanyam717@gmail.com" userId="b68a030977c80ce8" providerId="Windows Live" clId="Web-{4C79402B-E579-4FD8-86F4-0900FA6B06AA}" dt="2026-01-29T20:49:35.330" v="155"/>
          <ac:grpSpMkLst>
            <pc:docMk/>
            <pc:sldMk cId="2073390867" sldId="732"/>
            <ac:grpSpMk id="26" creationId="{F2221BB3-7B5D-C899-7745-66D7AC3232A7}"/>
          </ac:grpSpMkLst>
        </pc:grpChg>
        <pc:grpChg chg="add del">
          <ac:chgData name="bhurasanyam717@gmail.com" userId="b68a030977c80ce8" providerId="Windows Live" clId="Web-{4C79402B-E579-4FD8-86F4-0900FA6B06AA}" dt="2026-01-29T20:49:38.799" v="157"/>
          <ac:grpSpMkLst>
            <pc:docMk/>
            <pc:sldMk cId="2073390867" sldId="732"/>
            <ac:grpSpMk id="30" creationId="{1FD67D68-9B83-C338-8342-3348D8F22347}"/>
          </ac:grpSpMkLst>
        </pc:grpChg>
        <pc:grpChg chg="add">
          <ac:chgData name="bhurasanyam717@gmail.com" userId="b68a030977c80ce8" providerId="Windows Live" clId="Web-{4C79402B-E579-4FD8-86F4-0900FA6B06AA}" dt="2026-01-29T20:49:38.799" v="158"/>
          <ac:grpSpMkLst>
            <pc:docMk/>
            <pc:sldMk cId="2073390867" sldId="732"/>
            <ac:grpSpMk id="32" creationId="{E4A41B9E-A0C8-F78B-E5B6-A0D02D8810B5}"/>
          </ac:grpSpMkLst>
        </pc:grpChg>
        <pc:picChg chg="mod">
          <ac:chgData name="bhurasanyam717@gmail.com" userId="b68a030977c80ce8" providerId="Windows Live" clId="Web-{4C79402B-E579-4FD8-86F4-0900FA6B06AA}" dt="2026-01-29T20:49:54.768" v="162" actId="14100"/>
          <ac:picMkLst>
            <pc:docMk/>
            <pc:sldMk cId="2073390867" sldId="732"/>
            <ac:picMk id="2" creationId="{B33216A8-9933-8279-4F37-62E1F115C228}"/>
          </ac:picMkLst>
        </pc:picChg>
      </pc:sldChg>
      <pc:sldChg chg="addSp delSp modSp">
        <pc:chgData name="bhurasanyam717@gmail.com" userId="b68a030977c80ce8" providerId="Windows Live" clId="Web-{4C79402B-E579-4FD8-86F4-0900FA6B06AA}" dt="2026-01-29T22:42:49.993" v="590"/>
        <pc:sldMkLst>
          <pc:docMk/>
          <pc:sldMk cId="1318820074" sldId="733"/>
        </pc:sldMkLst>
        <pc:spChg chg="mod">
          <ac:chgData name="bhurasanyam717@gmail.com" userId="b68a030977c80ce8" providerId="Windows Live" clId="Web-{4C79402B-E579-4FD8-86F4-0900FA6B06AA}" dt="2026-01-29T22:42:49.993" v="590"/>
          <ac:spMkLst>
            <pc:docMk/>
            <pc:sldMk cId="1318820074" sldId="733"/>
            <ac:spMk id="5" creationId="{670616E2-0F74-4D03-87BD-38692B71BAD1}"/>
          </ac:spMkLst>
        </pc:spChg>
        <pc:spChg chg="mod ord">
          <ac:chgData name="bhurasanyam717@gmail.com" userId="b68a030977c80ce8" providerId="Windows Live" clId="Web-{4C79402B-E579-4FD8-86F4-0900FA6B06AA}" dt="2026-01-29T22:42:49.993" v="590"/>
          <ac:spMkLst>
            <pc:docMk/>
            <pc:sldMk cId="1318820074" sldId="733"/>
            <ac:spMk id="6" creationId="{C537CA43-8D92-D67D-78BC-35911D4199DD}"/>
          </ac:spMkLst>
        </pc:spChg>
        <pc:spChg chg="add del">
          <ac:chgData name="bhurasanyam717@gmail.com" userId="b68a030977c80ce8" providerId="Windows Live" clId="Web-{4C79402B-E579-4FD8-86F4-0900FA6B06AA}" dt="2026-01-29T20:52:38.574" v="179"/>
          <ac:spMkLst>
            <pc:docMk/>
            <pc:sldMk cId="1318820074" sldId="733"/>
            <ac:spMk id="42" creationId="{CD8B4F24-440B-49E9-B85D-733523DC064B}"/>
          </ac:spMkLst>
        </pc:spChg>
        <pc:spChg chg="add del">
          <ac:chgData name="bhurasanyam717@gmail.com" userId="b68a030977c80ce8" providerId="Windows Live" clId="Web-{4C79402B-E579-4FD8-86F4-0900FA6B06AA}" dt="2026-01-29T22:42:49.993" v="590"/>
          <ac:spMkLst>
            <pc:docMk/>
            <pc:sldMk cId="1318820074" sldId="733"/>
            <ac:spMk id="43" creationId="{2B97F24A-32CE-4C1C-A50D-3016B394DCFB}"/>
          </ac:spMkLst>
        </pc:spChg>
        <pc:spChg chg="add del">
          <ac:chgData name="bhurasanyam717@gmail.com" userId="b68a030977c80ce8" providerId="Windows Live" clId="Web-{4C79402B-E579-4FD8-86F4-0900FA6B06AA}" dt="2026-01-29T20:52:38.574" v="179"/>
          <ac:spMkLst>
            <pc:docMk/>
            <pc:sldMk cId="1318820074" sldId="733"/>
            <ac:spMk id="44" creationId="{2B97F24A-32CE-4C1C-A50D-3016B394DCFB}"/>
          </ac:spMkLst>
        </pc:spChg>
        <pc:spChg chg="add del">
          <ac:chgData name="bhurasanyam717@gmail.com" userId="b68a030977c80ce8" providerId="Windows Live" clId="Web-{4C79402B-E579-4FD8-86F4-0900FA6B06AA}" dt="2026-01-29T22:42:49.993" v="590"/>
          <ac:spMkLst>
            <pc:docMk/>
            <pc:sldMk cId="1318820074" sldId="733"/>
            <ac:spMk id="45" creationId="{CD8B4F24-440B-49E9-B85D-733523DC064B}"/>
          </ac:spMkLst>
        </pc:spChg>
        <pc:grpChg chg="add del">
          <ac:chgData name="bhurasanyam717@gmail.com" userId="b68a030977c80ce8" providerId="Windows Live" clId="Web-{4C79402B-E579-4FD8-86F4-0900FA6B06AA}" dt="2026-01-29T20:52:48.341" v="184"/>
          <ac:grpSpMkLst>
            <pc:docMk/>
            <pc:sldMk cId="1318820074" sldId="733"/>
            <ac:grpSpMk id="33" creationId="{6258F736-B256-8039-9DC6-F4E49A5C5AD5}"/>
          </ac:grpSpMkLst>
        </pc:grpChg>
        <pc:grpChg chg="add del">
          <ac:chgData name="bhurasanyam717@gmail.com" userId="b68a030977c80ce8" providerId="Windows Live" clId="Web-{4C79402B-E579-4FD8-86F4-0900FA6B06AA}" dt="2026-01-29T20:52:48.325" v="183"/>
          <ac:grpSpMkLst>
            <pc:docMk/>
            <pc:sldMk cId="1318820074" sldId="733"/>
            <ac:grpSpMk id="37" creationId="{31C49F18-8757-4E87-5C2E-9D6D7B82BA3B}"/>
          </ac:grpSpMkLst>
        </pc:grpChg>
        <pc:grpChg chg="add del">
          <ac:chgData name="bhurasanyam717@gmail.com" userId="b68a030977c80ce8" providerId="Windows Live" clId="Web-{4C79402B-E579-4FD8-86F4-0900FA6B06AA}" dt="2026-01-29T20:52:28.105" v="177"/>
          <ac:grpSpMkLst>
            <pc:docMk/>
            <pc:sldMk cId="1318820074" sldId="733"/>
            <ac:grpSpMk id="40" creationId="{C54A2A4D-19EF-3552-F383-6AD9587C8AFC}"/>
          </ac:grpSpMkLst>
        </pc:grpChg>
        <pc:grpChg chg="add">
          <ac:chgData name="bhurasanyam717@gmail.com" userId="b68a030977c80ce8" providerId="Windows Live" clId="Web-{4C79402B-E579-4FD8-86F4-0900FA6B06AA}" dt="2026-01-29T22:42:49.993" v="590"/>
          <ac:grpSpMkLst>
            <pc:docMk/>
            <pc:sldMk cId="1318820074" sldId="733"/>
            <ac:grpSpMk id="50" creationId="{6258F736-B256-8039-9DC6-F4E49A5C5AD5}"/>
          </ac:grpSpMkLst>
        </pc:grpChg>
        <pc:picChg chg="mod">
          <ac:chgData name="bhurasanyam717@gmail.com" userId="b68a030977c80ce8" providerId="Windows Live" clId="Web-{4C79402B-E579-4FD8-86F4-0900FA6B06AA}" dt="2026-01-29T22:42:49.993" v="590"/>
          <ac:picMkLst>
            <pc:docMk/>
            <pc:sldMk cId="1318820074" sldId="733"/>
            <ac:picMk id="3" creationId="{51638292-D9B4-08B0-39CD-7DA96DE72642}"/>
          </ac:picMkLst>
        </pc:picChg>
      </pc:sldChg>
      <pc:sldChg chg="addSp delSp modSp">
        <pc:chgData name="bhurasanyam717@gmail.com" userId="b68a030977c80ce8" providerId="Windows Live" clId="Web-{4C79402B-E579-4FD8-86F4-0900FA6B06AA}" dt="2026-01-29T22:46:10.312" v="610"/>
        <pc:sldMkLst>
          <pc:docMk/>
          <pc:sldMk cId="707365006" sldId="734"/>
        </pc:sldMkLst>
        <pc:spChg chg="mod">
          <ac:chgData name="bhurasanyam717@gmail.com" userId="b68a030977c80ce8" providerId="Windows Live" clId="Web-{4C79402B-E579-4FD8-86F4-0900FA6B06AA}" dt="2026-01-29T22:46:10.312" v="610"/>
          <ac:spMkLst>
            <pc:docMk/>
            <pc:sldMk cId="707365006" sldId="734"/>
            <ac:spMk id="5" creationId="{D165E344-3DCF-F1F3-795C-82381E983298}"/>
          </ac:spMkLst>
        </pc:spChg>
        <pc:spChg chg="mod">
          <ac:chgData name="bhurasanyam717@gmail.com" userId="b68a030977c80ce8" providerId="Windows Live" clId="Web-{4C79402B-E579-4FD8-86F4-0900FA6B06AA}" dt="2026-01-29T22:46:10.312" v="610"/>
          <ac:spMkLst>
            <pc:docMk/>
            <pc:sldMk cId="707365006" sldId="734"/>
            <ac:spMk id="6" creationId="{322A951C-C0D7-F1BB-68D2-73C37626C667}"/>
          </ac:spMkLst>
        </pc:spChg>
        <pc:grpChg chg="add del">
          <ac:chgData name="bhurasanyam717@gmail.com" userId="b68a030977c80ce8" providerId="Windows Live" clId="Web-{4C79402B-E579-4FD8-86F4-0900FA6B06AA}" dt="2026-01-29T20:54:58.709" v="193"/>
          <ac:grpSpMkLst>
            <pc:docMk/>
            <pc:sldMk cId="707365006" sldId="734"/>
            <ac:grpSpMk id="47" creationId="{6258F736-B256-8039-9DC6-F4E49A5C5AD5}"/>
          </ac:grpSpMkLst>
        </pc:grpChg>
        <pc:grpChg chg="add del">
          <ac:chgData name="bhurasanyam717@gmail.com" userId="b68a030977c80ce8" providerId="Windows Live" clId="Web-{4C79402B-E579-4FD8-86F4-0900FA6B06AA}" dt="2026-01-29T20:54:52.490" v="188"/>
          <ac:grpSpMkLst>
            <pc:docMk/>
            <pc:sldMk cId="707365006" sldId="734"/>
            <ac:grpSpMk id="54" creationId="{6258F736-B256-8039-9DC6-F4E49A5C5AD5}"/>
          </ac:grpSpMkLst>
        </pc:grpChg>
        <pc:grpChg chg="add del">
          <ac:chgData name="bhurasanyam717@gmail.com" userId="b68a030977c80ce8" providerId="Windows Live" clId="Web-{4C79402B-E579-4FD8-86F4-0900FA6B06AA}" dt="2026-01-29T20:54:55.271" v="190"/>
          <ac:grpSpMkLst>
            <pc:docMk/>
            <pc:sldMk cId="707365006" sldId="734"/>
            <ac:grpSpMk id="59" creationId="{114ED94A-C85D-4CD3-4205-438D21CE6B38}"/>
          </ac:grpSpMkLst>
        </pc:grpChg>
        <pc:grpChg chg="add del">
          <ac:chgData name="bhurasanyam717@gmail.com" userId="b68a030977c80ce8" providerId="Windows Live" clId="Web-{4C79402B-E579-4FD8-86F4-0900FA6B06AA}" dt="2026-01-29T20:54:58.693" v="192"/>
          <ac:grpSpMkLst>
            <pc:docMk/>
            <pc:sldMk cId="707365006" sldId="734"/>
            <ac:grpSpMk id="61" creationId="{3AFCAD34-1AFC-BC1A-F6B2-C34C63912EAB}"/>
          </ac:grpSpMkLst>
        </pc:grpChg>
        <pc:grpChg chg="add del">
          <ac:chgData name="bhurasanyam717@gmail.com" userId="b68a030977c80ce8" providerId="Windows Live" clId="Web-{4C79402B-E579-4FD8-86F4-0900FA6B06AA}" dt="2026-01-29T22:46:10.312" v="610"/>
          <ac:grpSpMkLst>
            <pc:docMk/>
            <pc:sldMk cId="707365006" sldId="734"/>
            <ac:grpSpMk id="63" creationId="{114ED94A-C85D-4CD3-4205-438D21CE6B38}"/>
          </ac:grpSpMkLst>
        </pc:grpChg>
        <pc:grpChg chg="add del">
          <ac:chgData name="bhurasanyam717@gmail.com" userId="b68a030977c80ce8" providerId="Windows Live" clId="Web-{4C79402B-E579-4FD8-86F4-0900FA6B06AA}" dt="2026-01-29T22:45:57.202" v="607"/>
          <ac:grpSpMkLst>
            <pc:docMk/>
            <pc:sldMk cId="707365006" sldId="734"/>
            <ac:grpSpMk id="68" creationId="{6258F736-B256-8039-9DC6-F4E49A5C5AD5}"/>
          </ac:grpSpMkLst>
        </pc:grpChg>
        <pc:grpChg chg="add del">
          <ac:chgData name="bhurasanyam717@gmail.com" userId="b68a030977c80ce8" providerId="Windows Live" clId="Web-{4C79402B-E579-4FD8-86F4-0900FA6B06AA}" dt="2026-01-29T22:46:10.312" v="609"/>
          <ac:grpSpMkLst>
            <pc:docMk/>
            <pc:sldMk cId="707365006" sldId="734"/>
            <ac:grpSpMk id="72" creationId="{1FD67D68-9B83-C338-8342-3348D8F22347}"/>
          </ac:grpSpMkLst>
        </pc:grpChg>
        <pc:grpChg chg="add">
          <ac:chgData name="bhurasanyam717@gmail.com" userId="b68a030977c80ce8" providerId="Windows Live" clId="Web-{4C79402B-E579-4FD8-86F4-0900FA6B06AA}" dt="2026-01-29T22:46:10.312" v="610"/>
          <ac:grpSpMkLst>
            <pc:docMk/>
            <pc:sldMk cId="707365006" sldId="734"/>
            <ac:grpSpMk id="74" creationId="{434FA563-76F6-CDCF-AEA0-A7B78E44647B}"/>
          </ac:grpSpMkLst>
        </pc:grpChg>
        <pc:picChg chg="mod">
          <ac:chgData name="bhurasanyam717@gmail.com" userId="b68a030977c80ce8" providerId="Windows Live" clId="Web-{4C79402B-E579-4FD8-86F4-0900FA6B06AA}" dt="2026-01-29T22:46:10.312" v="610"/>
          <ac:picMkLst>
            <pc:docMk/>
            <pc:sldMk cId="707365006" sldId="734"/>
            <ac:picMk id="2" creationId="{90A60198-03EB-3E0F-2B5F-7C480EE001E1}"/>
          </ac:picMkLst>
        </pc:picChg>
      </pc:sldChg>
      <pc:sldChg chg="addSp delSp modSp new mod setBg">
        <pc:chgData name="bhurasanyam717@gmail.com" userId="b68a030977c80ce8" providerId="Windows Live" clId="Web-{4C79402B-E579-4FD8-86F4-0900FA6B06AA}" dt="2026-01-29T22:41:12.476" v="574"/>
        <pc:sldMkLst>
          <pc:docMk/>
          <pc:sldMk cId="3329780228" sldId="735"/>
        </pc:sldMkLst>
        <pc:spChg chg="mod">
          <ac:chgData name="bhurasanyam717@gmail.com" userId="b68a030977c80ce8" providerId="Windows Live" clId="Web-{4C79402B-E579-4FD8-86F4-0900FA6B06AA}" dt="2026-01-29T22:41:12.476" v="574"/>
          <ac:spMkLst>
            <pc:docMk/>
            <pc:sldMk cId="3329780228" sldId="735"/>
            <ac:spMk id="2" creationId="{EC3EE9D0-5285-C6BF-A449-FAA0776AB39E}"/>
          </ac:spMkLst>
        </pc:spChg>
        <pc:spChg chg="del mod">
          <ac:chgData name="bhurasanyam717@gmail.com" userId="b68a030977c80ce8" providerId="Windows Live" clId="Web-{4C79402B-E579-4FD8-86F4-0900FA6B06AA}" dt="2026-01-29T20:30:13.546" v="63"/>
          <ac:spMkLst>
            <pc:docMk/>
            <pc:sldMk cId="3329780228" sldId="735"/>
            <ac:spMk id="3" creationId="{842BBD9B-E8FC-14CC-ABA6-F08CB5639914}"/>
          </ac:spMkLst>
        </pc:spChg>
        <pc:spChg chg="add del">
          <ac:chgData name="bhurasanyam717@gmail.com" userId="b68a030977c80ce8" providerId="Windows Live" clId="Web-{4C79402B-E579-4FD8-86F4-0900FA6B06AA}" dt="2026-01-29T20:58:11.454" v="202"/>
          <ac:spMkLst>
            <pc:docMk/>
            <pc:sldMk cId="3329780228" sldId="735"/>
            <ac:spMk id="9" creationId="{BACC6370-2D7E-4714-9D71-7542949D7D5D}"/>
          </ac:spMkLst>
        </pc:spChg>
        <pc:spChg chg="add del">
          <ac:chgData name="bhurasanyam717@gmail.com" userId="b68a030977c80ce8" providerId="Windows Live" clId="Web-{4C79402B-E579-4FD8-86F4-0900FA6B06AA}" dt="2026-01-29T20:58:11.454" v="202"/>
          <ac:spMkLst>
            <pc:docMk/>
            <pc:sldMk cId="3329780228" sldId="735"/>
            <ac:spMk id="11" creationId="{F68B3F68-107C-434F-AA38-110D5EA91B85}"/>
          </ac:spMkLst>
        </pc:spChg>
        <pc:spChg chg="add del">
          <ac:chgData name="bhurasanyam717@gmail.com" userId="b68a030977c80ce8" providerId="Windows Live" clId="Web-{4C79402B-E579-4FD8-86F4-0900FA6B06AA}" dt="2026-01-29T20:58:11.454" v="202"/>
          <ac:spMkLst>
            <pc:docMk/>
            <pc:sldMk cId="3329780228" sldId="735"/>
            <ac:spMk id="13" creationId="{AAD0DBB9-1A4B-4391-81D4-CB19F9AB918A}"/>
          </ac:spMkLst>
        </pc:spChg>
        <pc:spChg chg="add del">
          <ac:chgData name="bhurasanyam717@gmail.com" userId="b68a030977c80ce8" providerId="Windows Live" clId="Web-{4C79402B-E579-4FD8-86F4-0900FA6B06AA}" dt="2026-01-29T20:58:11.454" v="202"/>
          <ac:spMkLst>
            <pc:docMk/>
            <pc:sldMk cId="3329780228" sldId="735"/>
            <ac:spMk id="20" creationId="{063BBA22-50EA-4C4D-BE05-F1CE4E63AA56}"/>
          </ac:spMkLst>
        </pc:spChg>
        <pc:spChg chg="add del">
          <ac:chgData name="bhurasanyam717@gmail.com" userId="b68a030977c80ce8" providerId="Windows Live" clId="Web-{4C79402B-E579-4FD8-86F4-0900FA6B06AA}" dt="2026-01-29T22:41:12.476" v="574"/>
          <ac:spMkLst>
            <pc:docMk/>
            <pc:sldMk cId="3329780228" sldId="735"/>
            <ac:spMk id="25" creationId="{BACC6370-2D7E-4714-9D71-7542949D7D5D}"/>
          </ac:spMkLst>
        </pc:spChg>
        <pc:spChg chg="add del">
          <ac:chgData name="bhurasanyam717@gmail.com" userId="b68a030977c80ce8" providerId="Windows Live" clId="Web-{4C79402B-E579-4FD8-86F4-0900FA6B06AA}" dt="2026-01-29T22:41:12.476" v="574"/>
          <ac:spMkLst>
            <pc:docMk/>
            <pc:sldMk cId="3329780228" sldId="735"/>
            <ac:spMk id="27" creationId="{F68B3F68-107C-434F-AA38-110D5EA91B85}"/>
          </ac:spMkLst>
        </pc:spChg>
        <pc:spChg chg="add del">
          <ac:chgData name="bhurasanyam717@gmail.com" userId="b68a030977c80ce8" providerId="Windows Live" clId="Web-{4C79402B-E579-4FD8-86F4-0900FA6B06AA}" dt="2026-01-29T22:41:12.476" v="574"/>
          <ac:spMkLst>
            <pc:docMk/>
            <pc:sldMk cId="3329780228" sldId="735"/>
            <ac:spMk id="29" creationId="{AAD0DBB9-1A4B-4391-81D4-CB19F9AB918A}"/>
          </ac:spMkLst>
        </pc:spChg>
        <pc:spChg chg="add del">
          <ac:chgData name="bhurasanyam717@gmail.com" userId="b68a030977c80ce8" providerId="Windows Live" clId="Web-{4C79402B-E579-4FD8-86F4-0900FA6B06AA}" dt="2026-01-29T22:41:12.476" v="574"/>
          <ac:spMkLst>
            <pc:docMk/>
            <pc:sldMk cId="3329780228" sldId="735"/>
            <ac:spMk id="31" creationId="{063BBA22-50EA-4C4D-BE05-F1CE4E63AA56}"/>
          </ac:spMkLst>
        </pc:spChg>
        <pc:grpChg chg="add del">
          <ac:chgData name="bhurasanyam717@gmail.com" userId="b68a030977c80ce8" providerId="Windows Live" clId="Web-{4C79402B-E579-4FD8-86F4-0900FA6B06AA}" dt="2026-01-29T20:30:08.030" v="58"/>
          <ac:grpSpMkLst>
            <pc:docMk/>
            <pc:sldMk cId="3329780228" sldId="735"/>
            <ac:grpSpMk id="10" creationId="{6258F736-B256-8039-9DC6-F4E49A5C5AD5}"/>
          </ac:grpSpMkLst>
        </pc:grpChg>
        <pc:grpChg chg="add del">
          <ac:chgData name="bhurasanyam717@gmail.com" userId="b68a030977c80ce8" providerId="Windows Live" clId="Web-{4C79402B-E579-4FD8-86F4-0900FA6B06AA}" dt="2026-01-29T20:30:10.514" v="60"/>
          <ac:grpSpMkLst>
            <pc:docMk/>
            <pc:sldMk cId="3329780228" sldId="735"/>
            <ac:grpSpMk id="15" creationId="{6258F736-B256-8039-9DC6-F4E49A5C5AD5}"/>
          </ac:grpSpMkLst>
        </pc:grpChg>
        <pc:grpChg chg="add del">
          <ac:chgData name="bhurasanyam717@gmail.com" userId="b68a030977c80ce8" providerId="Windows Live" clId="Web-{4C79402B-E579-4FD8-86F4-0900FA6B06AA}" dt="2026-01-29T20:30:13.514" v="62"/>
          <ac:grpSpMkLst>
            <pc:docMk/>
            <pc:sldMk cId="3329780228" sldId="735"/>
            <ac:grpSpMk id="18" creationId="{6258F736-B256-8039-9DC6-F4E49A5C5AD5}"/>
          </ac:grpSpMkLst>
        </pc:grpChg>
        <pc:grpChg chg="add">
          <ac:chgData name="bhurasanyam717@gmail.com" userId="b68a030977c80ce8" providerId="Windows Live" clId="Web-{4C79402B-E579-4FD8-86F4-0900FA6B06AA}" dt="2026-01-29T22:41:12.476" v="574"/>
          <ac:grpSpMkLst>
            <pc:docMk/>
            <pc:sldMk cId="3329780228" sldId="735"/>
            <ac:grpSpMk id="36" creationId="{7024687B-3153-123C-0A8C-D7D007FAF1BE}"/>
          </ac:grpSpMkLst>
        </pc:grpChg>
        <pc:graphicFrameChg chg="add mod modGraphic">
          <ac:chgData name="bhurasanyam717@gmail.com" userId="b68a030977c80ce8" providerId="Windows Live" clId="Web-{4C79402B-E579-4FD8-86F4-0900FA6B06AA}" dt="2026-01-29T22:41:12.476" v="574"/>
          <ac:graphicFrameMkLst>
            <pc:docMk/>
            <pc:sldMk cId="3329780228" sldId="735"/>
            <ac:graphicFrameMk id="5" creationId="{1388196C-57F6-2FB8-6387-F2F035919CE3}"/>
          </ac:graphicFrameMkLst>
        </pc:graphicFrameChg>
        <pc:picChg chg="add del">
          <ac:chgData name="bhurasanyam717@gmail.com" userId="b68a030977c80ce8" providerId="Windows Live" clId="Web-{4C79402B-E579-4FD8-86F4-0900FA6B06AA}" dt="2026-01-29T20:30:08.030" v="58"/>
          <ac:picMkLst>
            <pc:docMk/>
            <pc:sldMk cId="3329780228" sldId="735"/>
            <ac:picMk id="7" creationId="{F0453CE4-1730-77FF-1AAC-AF319606EF8F}"/>
          </ac:picMkLst>
        </pc:picChg>
        <pc:picChg chg="add del">
          <ac:chgData name="bhurasanyam717@gmail.com" userId="b68a030977c80ce8" providerId="Windows Live" clId="Web-{4C79402B-E579-4FD8-86F4-0900FA6B06AA}" dt="2026-01-29T20:30:10.514" v="60"/>
          <ac:picMkLst>
            <pc:docMk/>
            <pc:sldMk cId="3329780228" sldId="735"/>
            <ac:picMk id="14" creationId="{AC72650A-F419-C661-0A70-51EAB6A8A452}"/>
          </ac:picMkLst>
        </pc:picChg>
        <pc:picChg chg="add del">
          <ac:chgData name="bhurasanyam717@gmail.com" userId="b68a030977c80ce8" providerId="Windows Live" clId="Web-{4C79402B-E579-4FD8-86F4-0900FA6B06AA}" dt="2026-01-29T20:30:13.514" v="62"/>
          <ac:picMkLst>
            <pc:docMk/>
            <pc:sldMk cId="3329780228" sldId="735"/>
            <ac:picMk id="17" creationId="{128823DA-8FAB-8A91-59C3-B4103DD6E42E}"/>
          </ac:picMkLst>
        </pc:picChg>
      </pc:sldChg>
      <pc:sldChg chg="addSp delSp modSp new mod ord setBg">
        <pc:chgData name="bhurasanyam717@gmail.com" userId="b68a030977c80ce8" providerId="Windows Live" clId="Web-{4C79402B-E579-4FD8-86F4-0900FA6B06AA}" dt="2026-01-29T22:45:33.074" v="605" actId="14100"/>
        <pc:sldMkLst>
          <pc:docMk/>
          <pc:sldMk cId="2390371714" sldId="736"/>
        </pc:sldMkLst>
        <pc:spChg chg="mod">
          <ac:chgData name="bhurasanyam717@gmail.com" userId="b68a030977c80ce8" providerId="Windows Live" clId="Web-{4C79402B-E579-4FD8-86F4-0900FA6B06AA}" dt="2026-01-29T22:44:06.291" v="598" actId="14100"/>
          <ac:spMkLst>
            <pc:docMk/>
            <pc:sldMk cId="2390371714" sldId="736"/>
            <ac:spMk id="2" creationId="{A9C39F64-F84E-6BD2-0FCC-82CEBD1DE342}"/>
          </ac:spMkLst>
        </pc:spChg>
        <pc:spChg chg="add del mod">
          <ac:chgData name="bhurasanyam717@gmail.com" userId="b68a030977c80ce8" providerId="Windows Live" clId="Web-{4C79402B-E579-4FD8-86F4-0900FA6B06AA}" dt="2026-01-29T22:17:46.152" v="484"/>
          <ac:spMkLst>
            <pc:docMk/>
            <pc:sldMk cId="2390371714" sldId="736"/>
            <ac:spMk id="3" creationId="{0C68F964-F636-AC5C-ADBD-64F86DC0F0BC}"/>
          </ac:spMkLst>
        </pc:spChg>
        <pc:spChg chg="add del">
          <ac:chgData name="bhurasanyam717@gmail.com" userId="b68a030977c80ce8" providerId="Windows Live" clId="Web-{4C79402B-E579-4FD8-86F4-0900FA6B06AA}" dt="2026-01-29T22:17:46.120" v="483"/>
          <ac:spMkLst>
            <pc:docMk/>
            <pc:sldMk cId="2390371714" sldId="736"/>
            <ac:spMk id="9" creationId="{AE2B703B-46F9-481A-A605-82E2A828C4FA}"/>
          </ac:spMkLst>
        </pc:spChg>
        <pc:spChg chg="add del">
          <ac:chgData name="bhurasanyam717@gmail.com" userId="b68a030977c80ce8" providerId="Windows Live" clId="Web-{4C79402B-E579-4FD8-86F4-0900FA6B06AA}" dt="2026-01-29T22:17:46.120" v="483"/>
          <ac:spMkLst>
            <pc:docMk/>
            <pc:sldMk cId="2390371714" sldId="736"/>
            <ac:spMk id="11" creationId="{F13BE4D7-0C3D-4906-B230-A1C5B4665CCF}"/>
          </ac:spMkLst>
        </pc:spChg>
        <pc:spChg chg="add del">
          <ac:chgData name="bhurasanyam717@gmail.com" userId="b68a030977c80ce8" providerId="Windows Live" clId="Web-{4C79402B-E579-4FD8-86F4-0900FA6B06AA}" dt="2026-01-29T22:39:55.835" v="569"/>
          <ac:spMkLst>
            <pc:docMk/>
            <pc:sldMk cId="2390371714" sldId="736"/>
            <ac:spMk id="13" creationId="{AAD0DBB9-1A4B-4391-81D4-CB19F9AB918A}"/>
          </ac:spMkLst>
        </pc:spChg>
        <pc:spChg chg="add del">
          <ac:chgData name="bhurasanyam717@gmail.com" userId="b68a030977c80ce8" providerId="Windows Live" clId="Web-{4C79402B-E579-4FD8-86F4-0900FA6B06AA}" dt="2026-01-29T22:39:55.835" v="569"/>
          <ac:spMkLst>
            <pc:docMk/>
            <pc:sldMk cId="2390371714" sldId="736"/>
            <ac:spMk id="14" creationId="{BACC6370-2D7E-4714-9D71-7542949D7D5D}"/>
          </ac:spMkLst>
        </pc:spChg>
        <pc:spChg chg="add del">
          <ac:chgData name="bhurasanyam717@gmail.com" userId="b68a030977c80ce8" providerId="Windows Live" clId="Web-{4C79402B-E579-4FD8-86F4-0900FA6B06AA}" dt="2026-01-29T22:39:55.835" v="569"/>
          <ac:spMkLst>
            <pc:docMk/>
            <pc:sldMk cId="2390371714" sldId="736"/>
            <ac:spMk id="15" creationId="{063BBA22-50EA-4C4D-BE05-F1CE4E63AA56}"/>
          </ac:spMkLst>
        </pc:spChg>
        <pc:spChg chg="add del">
          <ac:chgData name="bhurasanyam717@gmail.com" userId="b68a030977c80ce8" providerId="Windows Live" clId="Web-{4C79402B-E579-4FD8-86F4-0900FA6B06AA}" dt="2026-01-29T22:39:55.835" v="569"/>
          <ac:spMkLst>
            <pc:docMk/>
            <pc:sldMk cId="2390371714" sldId="736"/>
            <ac:spMk id="16" creationId="{F68B3F68-107C-434F-AA38-110D5EA91B85}"/>
          </ac:spMkLst>
        </pc:spChg>
        <pc:spChg chg="add del">
          <ac:chgData name="bhurasanyam717@gmail.com" userId="b68a030977c80ce8" providerId="Windows Live" clId="Web-{4C79402B-E579-4FD8-86F4-0900FA6B06AA}" dt="2026-01-29T22:40:06.804" v="570"/>
          <ac:spMkLst>
            <pc:docMk/>
            <pc:sldMk cId="2390371714" sldId="736"/>
            <ac:spMk id="22" creationId="{3A7E003E-EE76-4207-A774-A645C37F1D27}"/>
          </ac:spMkLst>
        </pc:spChg>
        <pc:spChg chg="add del">
          <ac:chgData name="bhurasanyam717@gmail.com" userId="b68a030977c80ce8" providerId="Windows Live" clId="Web-{4C79402B-E579-4FD8-86F4-0900FA6B06AA}" dt="2026-01-29T22:40:06.804" v="570"/>
          <ac:spMkLst>
            <pc:docMk/>
            <pc:sldMk cId="2390371714" sldId="736"/>
            <ac:spMk id="24" creationId="{FBD77573-9EF2-4C35-8285-A1CF6FBB0EA5}"/>
          </ac:spMkLst>
        </pc:spChg>
        <pc:spChg chg="add del">
          <ac:chgData name="bhurasanyam717@gmail.com" userId="b68a030977c80ce8" providerId="Windows Live" clId="Web-{4C79402B-E579-4FD8-86F4-0900FA6B06AA}" dt="2026-01-29T22:40:38.117" v="571"/>
          <ac:spMkLst>
            <pc:docMk/>
            <pc:sldMk cId="2390371714" sldId="736"/>
            <ac:spMk id="29" creationId="{955A2079-FA98-4876-80F0-72364A7D2EA4}"/>
          </ac:spMkLst>
        </pc:spChg>
        <pc:spChg chg="add del">
          <ac:chgData name="bhurasanyam717@gmail.com" userId="b68a030977c80ce8" providerId="Windows Live" clId="Web-{4C79402B-E579-4FD8-86F4-0900FA6B06AA}" dt="2026-01-29T22:43:53.885" v="595"/>
          <ac:spMkLst>
            <pc:docMk/>
            <pc:sldMk cId="2390371714" sldId="736"/>
            <ac:spMk id="34" creationId="{BACC6370-2D7E-4714-9D71-7542949D7D5D}"/>
          </ac:spMkLst>
        </pc:spChg>
        <pc:spChg chg="add del">
          <ac:chgData name="bhurasanyam717@gmail.com" userId="b68a030977c80ce8" providerId="Windows Live" clId="Web-{4C79402B-E579-4FD8-86F4-0900FA6B06AA}" dt="2026-01-29T22:43:53.885" v="595"/>
          <ac:spMkLst>
            <pc:docMk/>
            <pc:sldMk cId="2390371714" sldId="736"/>
            <ac:spMk id="36" creationId="{F68B3F68-107C-434F-AA38-110D5EA91B85}"/>
          </ac:spMkLst>
        </pc:spChg>
        <pc:spChg chg="add del">
          <ac:chgData name="bhurasanyam717@gmail.com" userId="b68a030977c80ce8" providerId="Windows Live" clId="Web-{4C79402B-E579-4FD8-86F4-0900FA6B06AA}" dt="2026-01-29T22:43:53.885" v="595"/>
          <ac:spMkLst>
            <pc:docMk/>
            <pc:sldMk cId="2390371714" sldId="736"/>
            <ac:spMk id="38" creationId="{AAD0DBB9-1A4B-4391-81D4-CB19F9AB918A}"/>
          </ac:spMkLst>
        </pc:spChg>
        <pc:spChg chg="add del">
          <ac:chgData name="bhurasanyam717@gmail.com" userId="b68a030977c80ce8" providerId="Windows Live" clId="Web-{4C79402B-E579-4FD8-86F4-0900FA6B06AA}" dt="2026-01-29T22:43:53.885" v="595"/>
          <ac:spMkLst>
            <pc:docMk/>
            <pc:sldMk cId="2390371714" sldId="736"/>
            <ac:spMk id="40" creationId="{063BBA22-50EA-4C4D-BE05-F1CE4E63AA56}"/>
          </ac:spMkLst>
        </pc:spChg>
        <pc:spChg chg="add mod">
          <ac:chgData name="bhurasanyam717@gmail.com" userId="b68a030977c80ce8" providerId="Windows Live" clId="Web-{4C79402B-E579-4FD8-86F4-0900FA6B06AA}" dt="2026-01-29T22:44:10.400" v="599" actId="14100"/>
          <ac:spMkLst>
            <pc:docMk/>
            <pc:sldMk cId="2390371714" sldId="736"/>
            <ac:spMk id="74" creationId="{91A2161C-E0FC-C972-D272-45E1A3BD6020}"/>
          </ac:spMkLst>
        </pc:spChg>
        <pc:grpChg chg="add">
          <ac:chgData name="bhurasanyam717@gmail.com" userId="b68a030977c80ce8" providerId="Windows Live" clId="Web-{4C79402B-E579-4FD8-86F4-0900FA6B06AA}" dt="2026-01-29T22:43:53.885" v="595"/>
          <ac:grpSpMkLst>
            <pc:docMk/>
            <pc:sldMk cId="2390371714" sldId="736"/>
            <ac:grpSpMk id="80" creationId="{5EFBDE31-BB3E-6CFC-23CD-B5976DA38438}"/>
          </ac:grpSpMkLst>
        </pc:grpChg>
        <pc:graphicFrameChg chg="add del">
          <ac:chgData name="bhurasanyam717@gmail.com" userId="b68a030977c80ce8" providerId="Windows Live" clId="Web-{4C79402B-E579-4FD8-86F4-0900FA6B06AA}" dt="2026-01-29T22:17:46.120" v="483"/>
          <ac:graphicFrameMkLst>
            <pc:docMk/>
            <pc:sldMk cId="2390371714" sldId="736"/>
            <ac:graphicFrameMk id="5" creationId="{CA671598-B3D9-C376-F6E0-D923F700C383}"/>
          </ac:graphicFrameMkLst>
        </pc:graphicFrameChg>
        <pc:graphicFrameChg chg="add del mod modGraphic">
          <ac:chgData name="bhurasanyam717@gmail.com" userId="b68a030977c80ce8" providerId="Windows Live" clId="Web-{4C79402B-E579-4FD8-86F4-0900FA6B06AA}" dt="2026-01-29T22:43:34.525" v="591"/>
          <ac:graphicFrameMkLst>
            <pc:docMk/>
            <pc:sldMk cId="2390371714" sldId="736"/>
            <ac:graphicFrameMk id="17" creationId="{EC705882-0F31-4B39-8978-49247FBE8A46}"/>
          </ac:graphicFrameMkLst>
        </pc:graphicFrameChg>
        <pc:picChg chg="add mod">
          <ac:chgData name="bhurasanyam717@gmail.com" userId="b68a030977c80ce8" providerId="Windows Live" clId="Web-{4C79402B-E579-4FD8-86F4-0900FA6B06AA}" dt="2026-01-29T22:45:33.074" v="605" actId="14100"/>
          <ac:picMkLst>
            <pc:docMk/>
            <pc:sldMk cId="2390371714" sldId="736"/>
            <ac:picMk id="76" creationId="{4882670F-CE63-6EF4-444B-E104714080B6}"/>
          </ac:picMkLst>
        </pc:picChg>
      </pc:sldChg>
      <pc:sldChg chg="addSp delSp modSp new mod setBg">
        <pc:chgData name="bhurasanyam717@gmail.com" userId="b68a030977c80ce8" providerId="Windows Live" clId="Web-{4C79402B-E579-4FD8-86F4-0900FA6B06AA}" dt="2026-01-29T22:38:59.646" v="568"/>
        <pc:sldMkLst>
          <pc:docMk/>
          <pc:sldMk cId="2375247914" sldId="737"/>
        </pc:sldMkLst>
        <pc:spChg chg="mod">
          <ac:chgData name="bhurasanyam717@gmail.com" userId="b68a030977c80ce8" providerId="Windows Live" clId="Web-{4C79402B-E579-4FD8-86F4-0900FA6B06AA}" dt="2026-01-29T22:38:59.646" v="568"/>
          <ac:spMkLst>
            <pc:docMk/>
            <pc:sldMk cId="2375247914" sldId="737"/>
            <ac:spMk id="2" creationId="{B8C652B3-D709-FB58-796B-FA1556168A22}"/>
          </ac:spMkLst>
        </pc:spChg>
        <pc:spChg chg="del mod">
          <ac:chgData name="bhurasanyam717@gmail.com" userId="b68a030977c80ce8" providerId="Windows Live" clId="Web-{4C79402B-E579-4FD8-86F4-0900FA6B06AA}" dt="2026-01-29T22:29:13.183" v="549"/>
          <ac:spMkLst>
            <pc:docMk/>
            <pc:sldMk cId="2375247914" sldId="737"/>
            <ac:spMk id="3" creationId="{C7A28A37-7B72-8194-C5F7-9939A589ECBB}"/>
          </ac:spMkLst>
        </pc:spChg>
        <pc:spChg chg="add del mod">
          <ac:chgData name="bhurasanyam717@gmail.com" userId="b68a030977c80ce8" providerId="Windows Live" clId="Web-{4C79402B-E579-4FD8-86F4-0900FA6B06AA}" dt="2026-01-29T22:38:59.646" v="568"/>
          <ac:spMkLst>
            <pc:docMk/>
            <pc:sldMk cId="2375247914" sldId="737"/>
            <ac:spMk id="15" creationId="{383F22F1-A2A4-BD9E-D369-6C07C2D966CA}"/>
          </ac:spMkLst>
        </pc:spChg>
        <pc:spChg chg="add del">
          <ac:chgData name="bhurasanyam717@gmail.com" userId="b68a030977c80ce8" providerId="Windows Live" clId="Web-{4C79402B-E579-4FD8-86F4-0900FA6B06AA}" dt="2026-01-29T22:38:44.443" v="563"/>
          <ac:spMkLst>
            <pc:docMk/>
            <pc:sldMk cId="2375247914" sldId="737"/>
            <ac:spMk id="20" creationId="{1B15ED52-F352-441B-82BF-E0EA34836D08}"/>
          </ac:spMkLst>
        </pc:spChg>
        <pc:spChg chg="add del">
          <ac:chgData name="bhurasanyam717@gmail.com" userId="b68a030977c80ce8" providerId="Windows Live" clId="Web-{4C79402B-E579-4FD8-86F4-0900FA6B06AA}" dt="2026-01-29T22:37:07.050" v="561"/>
          <ac:spMkLst>
            <pc:docMk/>
            <pc:sldMk cId="2375247914" sldId="737"/>
            <ac:spMk id="21" creationId="{BACC6370-2D7E-4714-9D71-7542949D7D5D}"/>
          </ac:spMkLst>
        </pc:spChg>
        <pc:spChg chg="add del">
          <ac:chgData name="bhurasanyam717@gmail.com" userId="b68a030977c80ce8" providerId="Windows Live" clId="Web-{4C79402B-E579-4FD8-86F4-0900FA6B06AA}" dt="2026-01-29T22:38:44.443" v="563"/>
          <ac:spMkLst>
            <pc:docMk/>
            <pc:sldMk cId="2375247914" sldId="737"/>
            <ac:spMk id="22" creationId="{3B2E3793-BFE6-45A2-9B7B-E18844431C99}"/>
          </ac:spMkLst>
        </pc:spChg>
        <pc:spChg chg="add del">
          <ac:chgData name="bhurasanyam717@gmail.com" userId="b68a030977c80ce8" providerId="Windows Live" clId="Web-{4C79402B-E579-4FD8-86F4-0900FA6B06AA}" dt="2026-01-29T22:37:07.050" v="561"/>
          <ac:spMkLst>
            <pc:docMk/>
            <pc:sldMk cId="2375247914" sldId="737"/>
            <ac:spMk id="23" creationId="{F68B3F68-107C-434F-AA38-110D5EA91B85}"/>
          </ac:spMkLst>
        </pc:spChg>
        <pc:spChg chg="add del">
          <ac:chgData name="bhurasanyam717@gmail.com" userId="b68a030977c80ce8" providerId="Windows Live" clId="Web-{4C79402B-E579-4FD8-86F4-0900FA6B06AA}" dt="2026-01-29T22:38:44.443" v="563"/>
          <ac:spMkLst>
            <pc:docMk/>
            <pc:sldMk cId="2375247914" sldId="737"/>
            <ac:spMk id="24" creationId="{BC4C4868-CB8F-4AF9-9CDB-8108F2C19B67}"/>
          </ac:spMkLst>
        </pc:spChg>
        <pc:spChg chg="add del">
          <ac:chgData name="bhurasanyam717@gmail.com" userId="b68a030977c80ce8" providerId="Windows Live" clId="Web-{4C79402B-E579-4FD8-86F4-0900FA6B06AA}" dt="2026-01-29T22:37:07.050" v="561"/>
          <ac:spMkLst>
            <pc:docMk/>
            <pc:sldMk cId="2375247914" sldId="737"/>
            <ac:spMk id="25" creationId="{AAD0DBB9-1A4B-4391-81D4-CB19F9AB918A}"/>
          </ac:spMkLst>
        </pc:spChg>
        <pc:spChg chg="add del">
          <ac:chgData name="bhurasanyam717@gmail.com" userId="b68a030977c80ce8" providerId="Windows Live" clId="Web-{4C79402B-E579-4FD8-86F4-0900FA6B06AA}" dt="2026-01-29T22:38:44.443" v="563"/>
          <ac:spMkLst>
            <pc:docMk/>
            <pc:sldMk cId="2375247914" sldId="737"/>
            <ac:spMk id="26" creationId="{375E0459-6403-40CD-989D-56A4407CA12E}"/>
          </ac:spMkLst>
        </pc:spChg>
        <pc:spChg chg="add del">
          <ac:chgData name="bhurasanyam717@gmail.com" userId="b68a030977c80ce8" providerId="Windows Live" clId="Web-{4C79402B-E579-4FD8-86F4-0900FA6B06AA}" dt="2026-01-29T22:37:07.050" v="561"/>
          <ac:spMkLst>
            <pc:docMk/>
            <pc:sldMk cId="2375247914" sldId="737"/>
            <ac:spMk id="27" creationId="{063BBA22-50EA-4C4D-BE05-F1CE4E63AA56}"/>
          </ac:spMkLst>
        </pc:spChg>
        <pc:spChg chg="add del">
          <ac:chgData name="bhurasanyam717@gmail.com" userId="b68a030977c80ce8" providerId="Windows Live" clId="Web-{4C79402B-E579-4FD8-86F4-0900FA6B06AA}" dt="2026-01-29T22:38:44.443" v="563"/>
          <ac:spMkLst>
            <pc:docMk/>
            <pc:sldMk cId="2375247914" sldId="737"/>
            <ac:spMk id="28" creationId="{53E5B1A8-3AC9-4BD1-9BBC-78CA94F2D1BA}"/>
          </ac:spMkLst>
        </pc:spChg>
        <pc:spChg chg="add del">
          <ac:chgData name="bhurasanyam717@gmail.com" userId="b68a030977c80ce8" providerId="Windows Live" clId="Web-{4C79402B-E579-4FD8-86F4-0900FA6B06AA}" dt="2026-01-29T22:38:44.443" v="563"/>
          <ac:spMkLst>
            <pc:docMk/>
            <pc:sldMk cId="2375247914" sldId="737"/>
            <ac:spMk id="29" creationId="{383F22F1-A2A4-BD9E-D369-6C07C2D966CA}"/>
          </ac:spMkLst>
        </pc:spChg>
        <pc:spChg chg="add del">
          <ac:chgData name="bhurasanyam717@gmail.com" userId="b68a030977c80ce8" providerId="Windows Live" clId="Web-{4C79402B-E579-4FD8-86F4-0900FA6B06AA}" dt="2026-01-29T22:38:55.521" v="565"/>
          <ac:spMkLst>
            <pc:docMk/>
            <pc:sldMk cId="2375247914" sldId="737"/>
            <ac:spMk id="35" creationId="{383F22F1-A2A4-BD9E-D369-6C07C2D966CA}"/>
          </ac:spMkLst>
        </pc:spChg>
        <pc:spChg chg="add del">
          <ac:chgData name="bhurasanyam717@gmail.com" userId="b68a030977c80ce8" providerId="Windows Live" clId="Web-{4C79402B-E579-4FD8-86F4-0900FA6B06AA}" dt="2026-01-29T22:38:59.631" v="567"/>
          <ac:spMkLst>
            <pc:docMk/>
            <pc:sldMk cId="2375247914" sldId="737"/>
            <ac:spMk id="37" creationId="{383F22F1-A2A4-BD9E-D369-6C07C2D966CA}"/>
          </ac:spMkLst>
        </pc:spChg>
        <pc:spChg chg="add del">
          <ac:chgData name="bhurasanyam717@gmail.com" userId="b68a030977c80ce8" providerId="Windows Live" clId="Web-{4C79402B-E579-4FD8-86F4-0900FA6B06AA}" dt="2026-01-29T22:38:59.631" v="567"/>
          <ac:spMkLst>
            <pc:docMk/>
            <pc:sldMk cId="2375247914" sldId="737"/>
            <ac:spMk id="38" creationId="{6CF042CA-1AB3-5530-1155-8018D6D6A106}"/>
          </ac:spMkLst>
        </pc:spChg>
        <pc:spChg chg="add del">
          <ac:chgData name="bhurasanyam717@gmail.com" userId="b68a030977c80ce8" providerId="Windows Live" clId="Web-{4C79402B-E579-4FD8-86F4-0900FA6B06AA}" dt="2026-01-29T22:38:59.631" v="567"/>
          <ac:spMkLst>
            <pc:docMk/>
            <pc:sldMk cId="2375247914" sldId="737"/>
            <ac:spMk id="39" creationId="{7BD5A982-4141-9143-22DC-C0713B397EB8}"/>
          </ac:spMkLst>
        </pc:spChg>
        <pc:spChg chg="add">
          <ac:chgData name="bhurasanyam717@gmail.com" userId="b68a030977c80ce8" providerId="Windows Live" clId="Web-{4C79402B-E579-4FD8-86F4-0900FA6B06AA}" dt="2026-01-29T22:38:59.646" v="568"/>
          <ac:spMkLst>
            <pc:docMk/>
            <pc:sldMk cId="2375247914" sldId="737"/>
            <ac:spMk id="41" creationId="{383F22F1-A2A4-BD9E-D369-6C07C2D966CA}"/>
          </ac:spMkLst>
        </pc:spChg>
        <pc:grpChg chg="add del">
          <ac:chgData name="bhurasanyam717@gmail.com" userId="b68a030977c80ce8" providerId="Windows Live" clId="Web-{4C79402B-E579-4FD8-86F4-0900FA6B06AA}" dt="2026-01-29T22:38:55.521" v="565"/>
          <ac:grpSpMkLst>
            <pc:docMk/>
            <pc:sldMk cId="2375247914" sldId="737"/>
            <ac:grpSpMk id="32" creationId="{5EFBDE31-BB3E-6CFC-23CD-B5976DA38438}"/>
          </ac:grpSpMkLst>
        </pc:grpChg>
        <pc:grpChg chg="add">
          <ac:chgData name="bhurasanyam717@gmail.com" userId="b68a030977c80ce8" providerId="Windows Live" clId="Web-{4C79402B-E579-4FD8-86F4-0900FA6B06AA}" dt="2026-01-29T22:38:59.646" v="568"/>
          <ac:grpSpMkLst>
            <pc:docMk/>
            <pc:sldMk cId="2375247914" sldId="737"/>
            <ac:grpSpMk id="42" creationId="{26D12BCC-61D9-328E-F085-BB357865E89C}"/>
          </ac:grpSpMkLst>
        </pc:grpChg>
        <pc:graphicFrameChg chg="add del mod">
          <ac:chgData name="bhurasanyam717@gmail.com" userId="b68a030977c80ce8" providerId="Windows Live" clId="Web-{4C79402B-E579-4FD8-86F4-0900FA6B06AA}" dt="2026-01-29T22:29:13.121" v="548"/>
          <ac:graphicFrameMkLst>
            <pc:docMk/>
            <pc:sldMk cId="2375247914" sldId="737"/>
            <ac:graphicFrameMk id="5" creationId="{52D3FFCE-28F2-C885-D0A6-681FB0ABB945}"/>
          </ac:graphicFrameMkLst>
        </pc:graphicFrameChg>
        <pc:graphicFrameChg chg="add del mod">
          <ac:chgData name="bhurasanyam717@gmail.com" userId="b68a030977c80ce8" providerId="Windows Live" clId="Web-{4C79402B-E579-4FD8-86F4-0900FA6B06AA}" dt="2026-01-29T22:26:57.222" v="518"/>
          <ac:graphicFrameMkLst>
            <pc:docMk/>
            <pc:sldMk cId="2375247914" sldId="737"/>
            <ac:graphicFrameMk id="7" creationId="{E3107473-AA1D-F34D-EC00-490FD74C841A}"/>
          </ac:graphicFrameMkLst>
        </pc:graphicFrameChg>
        <pc:graphicFrameChg chg="add del mod">
          <ac:chgData name="bhurasanyam717@gmail.com" userId="b68a030977c80ce8" providerId="Windows Live" clId="Web-{4C79402B-E579-4FD8-86F4-0900FA6B06AA}" dt="2026-01-29T22:29:13.121" v="547"/>
          <ac:graphicFrameMkLst>
            <pc:docMk/>
            <pc:sldMk cId="2375247914" sldId="737"/>
            <ac:graphicFrameMk id="9" creationId="{8977EAC2-2EB0-CEF8-F92C-B15629566010}"/>
          </ac:graphicFrameMkLst>
        </pc:graphicFrameChg>
        <pc:graphicFrameChg chg="add del mod">
          <ac:chgData name="bhurasanyam717@gmail.com" userId="b68a030977c80ce8" providerId="Windows Live" clId="Web-{4C79402B-E579-4FD8-86F4-0900FA6B06AA}" dt="2026-01-29T22:29:13.121" v="546"/>
          <ac:graphicFrameMkLst>
            <pc:docMk/>
            <pc:sldMk cId="2375247914" sldId="737"/>
            <ac:graphicFrameMk id="11" creationId="{E6D65AF9-149A-A156-5724-991D68350D00}"/>
          </ac:graphicFrameMkLst>
        </pc:graphicFrameChg>
        <pc:graphicFrameChg chg="add del mod modGraphic">
          <ac:chgData name="bhurasanyam717@gmail.com" userId="b68a030977c80ce8" providerId="Windows Live" clId="Web-{4C79402B-E579-4FD8-86F4-0900FA6B06AA}" dt="2026-01-29T22:29:13.121" v="545"/>
          <ac:graphicFrameMkLst>
            <pc:docMk/>
            <pc:sldMk cId="2375247914" sldId="737"/>
            <ac:graphicFrameMk id="13" creationId="{85418A80-E05D-AC15-45E1-31CB6339BFA0}"/>
          </ac:graphicFrameMkLst>
        </pc:graphicFrameChg>
        <pc:graphicFrameChg chg="add del">
          <ac:chgData name="bhurasanyam717@gmail.com" userId="b68a030977c80ce8" providerId="Windows Live" clId="Web-{4C79402B-E579-4FD8-86F4-0900FA6B06AA}" dt="2026-01-29T22:37:07.050" v="561"/>
          <ac:graphicFrameMkLst>
            <pc:docMk/>
            <pc:sldMk cId="2375247914" sldId="737"/>
            <ac:graphicFrameMk id="17" creationId="{9961590E-FC58-82AF-C31D-A8DE8BCDE1E3}"/>
          </ac:graphicFrameMkLst>
        </pc:graphicFrameChg>
        <pc:picChg chg="add del">
          <ac:chgData name="bhurasanyam717@gmail.com" userId="b68a030977c80ce8" providerId="Windows Live" clId="Web-{4C79402B-E579-4FD8-86F4-0900FA6B06AA}" dt="2026-01-29T22:38:55.521" v="565"/>
          <ac:picMkLst>
            <pc:docMk/>
            <pc:sldMk cId="2375247914" sldId="737"/>
            <ac:picMk id="31" creationId="{3F169369-9ECF-56E4-CE01-9C847F98A832}"/>
          </ac:picMkLst>
        </pc:picChg>
      </pc:sldChg>
    </pc:docChg>
  </pc:docChgLst>
  <pc:docChgLst>
    <pc:chgData name="bhurasanyam717@gmail.com" userId="b68a030977c80ce8" providerId="Windows Live" clId="Web-{0C8153A0-8C86-4D96-9B9C-170CF2E20792}"/>
    <pc:docChg chg="modSld">
      <pc:chgData name="bhurasanyam717@gmail.com" userId="b68a030977c80ce8" providerId="Windows Live" clId="Web-{0C8153A0-8C86-4D96-9B9C-170CF2E20792}" dt="2026-01-30T15:46:40.614" v="6"/>
      <pc:docMkLst>
        <pc:docMk/>
      </pc:docMkLst>
      <pc:sldChg chg="mod modShow">
        <pc:chgData name="bhurasanyam717@gmail.com" userId="b68a030977c80ce8" providerId="Windows Live" clId="Web-{0C8153A0-8C86-4D96-9B9C-170CF2E20792}" dt="2026-01-30T15:46:40.614" v="6"/>
        <pc:sldMkLst>
          <pc:docMk/>
          <pc:sldMk cId="1024334718" sldId="256"/>
        </pc:sldMkLst>
      </pc:sldChg>
      <pc:sldChg chg="mod modShow">
        <pc:chgData name="bhurasanyam717@gmail.com" userId="b68a030977c80ce8" providerId="Windows Live" clId="Web-{0C8153A0-8C86-4D96-9B9C-170CF2E20792}" dt="2026-01-30T15:46:34.114" v="5"/>
        <pc:sldMkLst>
          <pc:docMk/>
          <pc:sldMk cId="2272459462" sldId="674"/>
        </pc:sldMkLst>
      </pc:sldChg>
      <pc:sldChg chg="mod modShow">
        <pc:chgData name="bhurasanyam717@gmail.com" userId="b68a030977c80ce8" providerId="Windows Live" clId="Web-{0C8153A0-8C86-4D96-9B9C-170CF2E20792}" dt="2026-01-30T15:46:27.098" v="4"/>
        <pc:sldMkLst>
          <pc:docMk/>
          <pc:sldMk cId="1953804542" sldId="714"/>
        </pc:sldMkLst>
      </pc:sldChg>
      <pc:sldChg chg="mod modShow">
        <pc:chgData name="bhurasanyam717@gmail.com" userId="b68a030977c80ce8" providerId="Windows Live" clId="Web-{0C8153A0-8C86-4D96-9B9C-170CF2E20792}" dt="2026-01-30T15:46:20.285" v="2"/>
        <pc:sldMkLst>
          <pc:docMk/>
          <pc:sldMk cId="2332226826" sldId="715"/>
        </pc:sldMkLst>
      </pc:sldChg>
    </pc:docChg>
  </pc:docChgLst>
  <pc:docChgLst>
    <pc:chgData name="bhurasanyam717@gmail.com" userId="b68a030977c80ce8" providerId="Windows Live" clId="Web-{89006D13-7DC0-F21C-2E79-6A927CD84692}"/>
    <pc:docChg chg="modSld">
      <pc:chgData name="bhurasanyam717@gmail.com" userId="b68a030977c80ce8" providerId="Windows Live" clId="Web-{89006D13-7DC0-F21C-2E79-6A927CD84692}" dt="2026-01-29T23:20:04.387" v="39" actId="14100"/>
      <pc:docMkLst>
        <pc:docMk/>
      </pc:docMkLst>
      <pc:sldChg chg="addSp delSp modSp">
        <pc:chgData name="bhurasanyam717@gmail.com" userId="b68a030977c80ce8" providerId="Windows Live" clId="Web-{89006D13-7DC0-F21C-2E79-6A927CD84692}" dt="2026-01-29T23:10:12.344" v="4"/>
        <pc:sldMkLst>
          <pc:docMk/>
          <pc:sldMk cId="3329780228" sldId="735"/>
        </pc:sldMkLst>
        <pc:spChg chg="mod">
          <ac:chgData name="bhurasanyam717@gmail.com" userId="b68a030977c80ce8" providerId="Windows Live" clId="Web-{89006D13-7DC0-F21C-2E79-6A927CD84692}" dt="2026-01-29T23:10:12.344" v="4"/>
          <ac:spMkLst>
            <pc:docMk/>
            <pc:sldMk cId="3329780228" sldId="735"/>
            <ac:spMk id="2" creationId="{EC3EE9D0-5285-C6BF-A449-FAA0776AB39E}"/>
          </ac:spMkLst>
        </pc:spChg>
        <pc:spChg chg="mod">
          <ac:chgData name="bhurasanyam717@gmail.com" userId="b68a030977c80ce8" providerId="Windows Live" clId="Web-{89006D13-7DC0-F21C-2E79-6A927CD84692}" dt="2026-01-29T23:10:12.344" v="4"/>
          <ac:spMkLst>
            <pc:docMk/>
            <pc:sldMk cId="3329780228" sldId="735"/>
            <ac:spMk id="151" creationId="{DB669B6F-354B-A82E-890D-94F59CC22146}"/>
          </ac:spMkLst>
        </pc:spChg>
        <pc:spChg chg="add">
          <ac:chgData name="bhurasanyam717@gmail.com" userId="b68a030977c80ce8" providerId="Windows Live" clId="Web-{89006D13-7DC0-F21C-2E79-6A927CD84692}" dt="2026-01-29T23:10:12.344" v="4"/>
          <ac:spMkLst>
            <pc:docMk/>
            <pc:sldMk cId="3329780228" sldId="735"/>
            <ac:spMk id="164" creationId="{EEBFA4C8-C301-60A7-C96E-E85360F5DFB4}"/>
          </ac:spMkLst>
        </pc:spChg>
        <pc:grpChg chg="del">
          <ac:chgData name="bhurasanyam717@gmail.com" userId="b68a030977c80ce8" providerId="Windows Live" clId="Web-{89006D13-7DC0-F21C-2E79-6A927CD84692}" dt="2026-01-29T23:09:39.718" v="3"/>
          <ac:grpSpMkLst>
            <pc:docMk/>
            <pc:sldMk cId="3329780228" sldId="735"/>
            <ac:grpSpMk id="36" creationId="{7024687B-3153-123C-0A8C-D7D007FAF1BE}"/>
          </ac:grpSpMkLst>
        </pc:grpChg>
        <pc:grpChg chg="add del">
          <ac:chgData name="bhurasanyam717@gmail.com" userId="b68a030977c80ce8" providerId="Windows Live" clId="Web-{89006D13-7DC0-F21C-2E79-6A927CD84692}" dt="2026-01-29T23:10:12.344" v="4"/>
          <ac:grpSpMkLst>
            <pc:docMk/>
            <pc:sldMk cId="3329780228" sldId="735"/>
            <ac:grpSpMk id="156" creationId="{8DD77349-6ADE-99FE-8E04-12919EE56F9C}"/>
          </ac:grpSpMkLst>
        </pc:grpChg>
      </pc:sldChg>
      <pc:sldChg chg="addSp delSp modSp">
        <pc:chgData name="bhurasanyam717@gmail.com" userId="b68a030977c80ce8" providerId="Windows Live" clId="Web-{89006D13-7DC0-F21C-2E79-6A927CD84692}" dt="2026-01-29T23:20:04.387" v="39" actId="14100"/>
        <pc:sldMkLst>
          <pc:docMk/>
          <pc:sldMk cId="2375247914" sldId="737"/>
        </pc:sldMkLst>
        <pc:spChg chg="del mod">
          <ac:chgData name="bhurasanyam717@gmail.com" userId="b68a030977c80ce8" providerId="Windows Live" clId="Web-{89006D13-7DC0-F21C-2E79-6A927CD84692}" dt="2026-01-29T23:18:44.839" v="30"/>
          <ac:spMkLst>
            <pc:docMk/>
            <pc:sldMk cId="2375247914" sldId="737"/>
            <ac:spMk id="2" creationId="{B8C652B3-D709-FB58-796B-FA1556168A22}"/>
          </ac:spMkLst>
        </pc:spChg>
        <pc:spChg chg="mod ord">
          <ac:chgData name="bhurasanyam717@gmail.com" userId="b68a030977c80ce8" providerId="Windows Live" clId="Web-{89006D13-7DC0-F21C-2E79-6A927CD84692}" dt="2026-01-29T23:19:14.933" v="36" actId="20577"/>
          <ac:spMkLst>
            <pc:docMk/>
            <pc:sldMk cId="2375247914" sldId="737"/>
            <ac:spMk id="41" creationId="{383F22F1-A2A4-BD9E-D369-6C07C2D966CA}"/>
          </ac:spMkLst>
        </pc:spChg>
        <pc:grpChg chg="del">
          <ac:chgData name="bhurasanyam717@gmail.com" userId="b68a030977c80ce8" providerId="Windows Live" clId="Web-{89006D13-7DC0-F21C-2E79-6A927CD84692}" dt="2026-01-29T23:10:36.329" v="5"/>
          <ac:grpSpMkLst>
            <pc:docMk/>
            <pc:sldMk cId="2375247914" sldId="737"/>
            <ac:grpSpMk id="42" creationId="{26D12BCC-61D9-328E-F085-BB357865E89C}"/>
          </ac:grpSpMkLst>
        </pc:grpChg>
        <pc:grpChg chg="add del">
          <ac:chgData name="bhurasanyam717@gmail.com" userId="b68a030977c80ce8" providerId="Windows Live" clId="Web-{89006D13-7DC0-F21C-2E79-6A927CD84692}" dt="2026-01-29T23:15:57.853" v="18"/>
          <ac:grpSpMkLst>
            <pc:docMk/>
            <pc:sldMk cId="2375247914" sldId="737"/>
            <ac:grpSpMk id="49" creationId="{62EF589D-1946-AC37-0BAA-9A9E3E5E71A7}"/>
          </ac:grpSpMkLst>
        </pc:grpChg>
        <pc:grpChg chg="add del">
          <ac:chgData name="bhurasanyam717@gmail.com" userId="b68a030977c80ce8" providerId="Windows Live" clId="Web-{89006D13-7DC0-F21C-2E79-6A927CD84692}" dt="2026-01-29T23:18:08.292" v="22"/>
          <ac:grpSpMkLst>
            <pc:docMk/>
            <pc:sldMk cId="2375247914" sldId="737"/>
            <ac:grpSpMk id="55" creationId="{1FD67D68-9B83-C338-8342-3348D8F22347}"/>
          </ac:grpSpMkLst>
        </pc:grpChg>
        <pc:picChg chg="add del mod">
          <ac:chgData name="bhurasanyam717@gmail.com" userId="b68a030977c80ce8" providerId="Windows Live" clId="Web-{89006D13-7DC0-F21C-2E79-6A927CD84692}" dt="2026-01-29T23:17:34.291" v="19"/>
          <ac:picMkLst>
            <pc:docMk/>
            <pc:sldMk cId="2375247914" sldId="737"/>
            <ac:picMk id="3" creationId="{D508497D-73FC-BDE9-2D46-87048333E2F8}"/>
          </ac:picMkLst>
        </pc:picChg>
        <pc:picChg chg="add mod">
          <ac:chgData name="bhurasanyam717@gmail.com" userId="b68a030977c80ce8" providerId="Windows Live" clId="Web-{89006D13-7DC0-F21C-2E79-6A927CD84692}" dt="2026-01-29T23:20:04.387" v="39" actId="14100"/>
          <ac:picMkLst>
            <pc:docMk/>
            <pc:sldMk cId="2375247914" sldId="737"/>
            <ac:picMk id="4" creationId="{1619259A-0D3B-CC04-B517-3D79235B0A57}"/>
          </ac:picMkLst>
        </pc:picChg>
        <pc:cxnChg chg="add del">
          <ac:chgData name="bhurasanyam717@gmail.com" userId="b68a030977c80ce8" providerId="Windows Live" clId="Web-{89006D13-7DC0-F21C-2E79-6A927CD84692}" dt="2026-01-29T23:18:08.292" v="23"/>
          <ac:cxnSpMkLst>
            <pc:docMk/>
            <pc:sldMk cId="2375247914" sldId="737"/>
            <ac:cxnSpMk id="53" creationId="{1503BFE4-729B-D9D0-C17B-501E6AF1127A}"/>
          </ac:cxnSpMkLst>
        </pc:cxnChg>
        <pc:cxnChg chg="add del">
          <ac:chgData name="bhurasanyam717@gmail.com" userId="b68a030977c80ce8" providerId="Windows Live" clId="Web-{89006D13-7DC0-F21C-2E79-6A927CD84692}" dt="2026-01-29T23:15:49.102" v="13"/>
          <ac:cxnSpMkLst>
            <pc:docMk/>
            <pc:sldMk cId="2375247914" sldId="737"/>
            <ac:cxnSpMk id="56" creationId="{FC23E3B9-5ABF-58B3-E2B0-E9A5DAA90037}"/>
          </ac:cxnSpMkLst>
        </pc:cxnChg>
        <pc:cxnChg chg="add del">
          <ac:chgData name="bhurasanyam717@gmail.com" userId="b68a030977c80ce8" providerId="Windows Live" clId="Web-{89006D13-7DC0-F21C-2E79-6A927CD84692}" dt="2026-01-29T23:15:51.556" v="15"/>
          <ac:cxnSpMkLst>
            <pc:docMk/>
            <pc:sldMk cId="2375247914" sldId="737"/>
            <ac:cxnSpMk id="58" creationId="{1503BFE4-729B-D9D0-C17B-501E6AF1127A}"/>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A4AD-D577-BFB1-7B87-CE815868C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FAFE3-9688-097A-81B4-AF0A18FDDA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713A1F-6A19-1A1D-2945-DC8D7A8CF6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E1B3092-8170-6275-FC81-5D63034190DE}"/>
              </a:ext>
            </a:extLst>
          </p:cNvPr>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31432367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a:solidFill>
                  <a:schemeClr val="bg2">
                    <a:lumMod val="75000"/>
                  </a:schemeClr>
                </a:solidFill>
              </a:rPr>
              <a:t>CONFIDENTIAL</a:t>
            </a:r>
            <a:r>
              <a:rPr lang="en-US" sz="110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355805" y="1465848"/>
            <a:ext cx="11480939" cy="412811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a:latin typeface="Segoe UI Semibold"/>
                <a:ea typeface="+mn-lt"/>
                <a:cs typeface="+mn-lt"/>
              </a:rPr>
              <a:t>Predicting</a:t>
            </a:r>
            <a:r>
              <a:rPr lang="en-US" sz="3600" b="1">
                <a:latin typeface="Segoe UI Semibold"/>
                <a:ea typeface="+mn-lt"/>
                <a:cs typeface="+mn-lt"/>
              </a:rPr>
              <a:t> On-Time Delivery in E-Commerce Using Machine Learning</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E498B91-7ED7-020C-8B43-3614E7099590}"/>
              </a:ext>
            </a:extLst>
          </p:cNvPr>
          <p:cNvSpPr>
            <a:spLocks noGrp="1"/>
          </p:cNvSpPr>
          <p:nvPr>
            <p:ph type="title"/>
          </p:nvPr>
        </p:nvSpPr>
        <p:spPr>
          <a:xfrm>
            <a:off x="851009" y="1029306"/>
            <a:ext cx="4562035" cy="974645"/>
          </a:xfrm>
          <a:prstGeom prst="roundRect">
            <a:avLst/>
          </a:prstGeom>
          <a:solidFill>
            <a:schemeClr val="bg2"/>
          </a:solidFill>
          <a:ln>
            <a:solidFill>
              <a:schemeClr val="accent5">
                <a:lumMod val="50000"/>
              </a:schemeClr>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algn="ctr"/>
            <a:r>
              <a:rPr lang="en-US" sz="3200">
                <a:solidFill>
                  <a:schemeClr val="accent5">
                    <a:lumMod val="49000"/>
                  </a:schemeClr>
                </a:solidFill>
                <a:latin typeface="Segoe UI Semibold"/>
                <a:ea typeface="Cambria"/>
                <a:cs typeface="Segoe UI Semibold"/>
              </a:rPr>
              <a:t>Introduction</a:t>
            </a:r>
            <a:endParaRPr lang="en-US">
              <a:solidFill>
                <a:schemeClr val="accent5">
                  <a:lumMod val="49000"/>
                </a:schemeClr>
              </a:solidFill>
              <a:latin typeface="Segoe UI Semibold"/>
              <a:cs typeface="Segoe UI Semibold"/>
            </a:endParaRPr>
          </a:p>
        </p:txBody>
      </p:sp>
      <p:cxnSp>
        <p:nvCxnSpPr>
          <p:cNvPr id="11" name="Straight Connector 1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2" name="Picture 1" descr="A person and person holding a box&#10;&#10;AI-generated content may be incorrect.">
            <a:extLst>
              <a:ext uri="{FF2B5EF4-FFF2-40B4-BE49-F238E27FC236}">
                <a16:creationId xmlns:a16="http://schemas.microsoft.com/office/drawing/2014/main" id="{6A076625-10A7-77D4-5480-B0E8BF2B5C52}"/>
              </a:ext>
            </a:extLst>
          </p:cNvPr>
          <p:cNvPicPr>
            <a:picLocks noChangeAspect="1"/>
          </p:cNvPicPr>
          <p:nvPr/>
        </p:nvPicPr>
        <p:blipFill>
          <a:blip r:embed="rId2"/>
          <a:srcRect l="5921" r="7529" b="-2"/>
          <a:stretch>
            <a:fillRect/>
          </a:stretch>
        </p:blipFill>
        <p:spPr>
          <a:xfrm>
            <a:off x="6096000" y="838013"/>
            <a:ext cx="5234538" cy="51862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style>
          <a:lnRef idx="2">
            <a:schemeClr val="dk1"/>
          </a:lnRef>
          <a:fillRef idx="1">
            <a:schemeClr val="lt1"/>
          </a:fillRef>
          <a:effectRef idx="0">
            <a:schemeClr val="dk1"/>
          </a:effectRef>
          <a:fontRef idx="minor">
            <a:schemeClr val="dk1"/>
          </a:fontRef>
        </p:style>
      </p:pic>
      <p:sp>
        <p:nvSpPr>
          <p:cNvPr id="15" name="Content Placeholder 14">
            <a:extLst>
              <a:ext uri="{FF2B5EF4-FFF2-40B4-BE49-F238E27FC236}">
                <a16:creationId xmlns:a16="http://schemas.microsoft.com/office/drawing/2014/main" id="{B442750A-D1AB-327B-7B8F-D629C25616B6}"/>
              </a:ext>
            </a:extLst>
          </p:cNvPr>
          <p:cNvSpPr>
            <a:spLocks noGrp="1"/>
          </p:cNvSpPr>
          <p:nvPr>
            <p:ph idx="1"/>
          </p:nvPr>
        </p:nvSpPr>
        <p:spPr>
          <a:xfrm>
            <a:off x="824795" y="2002569"/>
            <a:ext cx="4780244" cy="4021953"/>
          </a:xfrm>
        </p:spPr>
        <p:txBody>
          <a:bodyPr vert="horz" lIns="91440" tIns="45720" rIns="91440" bIns="45720" rtlCol="0" anchor="t">
            <a:noAutofit/>
          </a:bodyPr>
          <a:lstStyle/>
          <a:p>
            <a:pPr marL="0" indent="0">
              <a:lnSpc>
                <a:spcPct val="150000"/>
              </a:lnSpc>
              <a:buNone/>
            </a:pPr>
            <a:r>
              <a:rPr lang="en-US" sz="1800">
                <a:solidFill>
                  <a:schemeClr val="tx1"/>
                </a:solidFill>
                <a:latin typeface="Calibri"/>
                <a:ea typeface="Calibri"/>
                <a:cs typeface="Calibri"/>
              </a:rPr>
              <a:t>On-time delivery is very important for customer satisfaction in e-commerce. As international shipments increase, delivery delays have become more common. This project uses machine learning to analyze e-commerce delivery data and predict whether an order will arrive on time or late. By studying shipment and logistics details, the project identifies key factors that affect delivery performance and helps businesses make better logistics decisions.</a:t>
            </a:r>
            <a:endParaRPr lang="en-US" sz="1800">
              <a:solidFill>
                <a:schemeClr val="tx1"/>
              </a:solidFill>
              <a:ea typeface="Calibri" panose="020F0502020204030204" pitchFamily="34" charset="0"/>
              <a:cs typeface="Calibri" panose="020F0502020204030204" pitchFamily="34" charset="0"/>
            </a:endParaRPr>
          </a:p>
          <a:p>
            <a:endParaRPr lang="en-US" sz="1700">
              <a:solidFill>
                <a:schemeClr val="tx1"/>
              </a:solidFill>
              <a:ea typeface="Calibri"/>
              <a:cs typeface="Calibri"/>
            </a:endParaRP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5430A7-426B-02A5-7F2F-01B1101DC179}"/>
              </a:ext>
            </a:extLst>
          </p:cNvPr>
          <p:cNvSpPr>
            <a:spLocks noGrp="1"/>
          </p:cNvSpPr>
          <p:nvPr>
            <p:ph type="title"/>
          </p:nvPr>
        </p:nvSpPr>
        <p:spPr>
          <a:xfrm>
            <a:off x="678881" y="603665"/>
            <a:ext cx="5099133" cy="920817"/>
          </a:xfrm>
          <a:prstGeom prst="roundRect">
            <a:avLst/>
          </a:prstGeom>
          <a:solidFill>
            <a:schemeClr val="bg2"/>
          </a:solidFill>
          <a:ln>
            <a:solidFill>
              <a:schemeClr val="accent5">
                <a:lumMod val="50000"/>
              </a:schemeClr>
            </a:solidFill>
          </a:ln>
        </p:spPr>
        <p:style>
          <a:lnRef idx="2">
            <a:schemeClr val="dk1"/>
          </a:lnRef>
          <a:fillRef idx="1">
            <a:schemeClr val="lt1"/>
          </a:fillRef>
          <a:effectRef idx="0">
            <a:schemeClr val="dk1"/>
          </a:effectRef>
          <a:fontRef idx="minor">
            <a:schemeClr val="dk1"/>
          </a:fontRef>
        </p:style>
        <p:txBody>
          <a:bodyPr/>
          <a:lstStyle/>
          <a:p>
            <a:pPr algn="ctr"/>
            <a:r>
              <a:rPr lang="en-US" sz="3200">
                <a:solidFill>
                  <a:schemeClr val="accent5">
                    <a:lumMod val="49000"/>
                  </a:schemeClr>
                </a:solidFill>
                <a:latin typeface="Segoe UI Semibold"/>
                <a:ea typeface="Calibri"/>
                <a:cs typeface="Calibri"/>
              </a:rPr>
              <a:t>Problem</a:t>
            </a:r>
            <a:r>
              <a:rPr lang="en-US" sz="3200">
                <a:solidFill>
                  <a:schemeClr val="accent5">
                    <a:lumMod val="49000"/>
                  </a:schemeClr>
                </a:solidFill>
                <a:latin typeface="Cambria"/>
                <a:ea typeface="Calibri"/>
                <a:cs typeface="Calibri"/>
              </a:rPr>
              <a:t> Statement</a:t>
            </a:r>
            <a:endParaRPr lang="en-US">
              <a:solidFill>
                <a:schemeClr val="accent5">
                  <a:lumMod val="49000"/>
                </a:schemeClr>
              </a:solidFill>
              <a:latin typeface="Cambria"/>
              <a:ea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2F447DFE-2641-36DE-6939-8553123AACD9}"/>
              </a:ext>
            </a:extLst>
          </p:cNvPr>
          <p:cNvSpPr>
            <a:spLocks noGrp="1"/>
          </p:cNvSpPr>
          <p:nvPr>
            <p:ph idx="1"/>
          </p:nvPr>
        </p:nvSpPr>
        <p:spPr/>
        <p:txBody>
          <a:bodyPr vert="horz" lIns="91440" tIns="45720" rIns="91440" bIns="45720" rtlCol="0" anchor="t">
            <a:noAutofit/>
          </a:bodyPr>
          <a:lstStyle/>
          <a:p>
            <a:pPr marL="0" indent="0">
              <a:lnSpc>
                <a:spcPct val="150000"/>
              </a:lnSpc>
              <a:buNone/>
            </a:pPr>
            <a:r>
              <a:rPr lang="en-US" sz="1800">
                <a:solidFill>
                  <a:schemeClr val="tx1"/>
                </a:solidFill>
                <a:latin typeface="+mn-lt"/>
              </a:rPr>
              <a:t>Ensuring on-time delivery is a major challenge in international e-commerce due to complex logistics. This project uses machine learning to predict whether an order will be delivered on time or late.</a:t>
            </a:r>
            <a:endParaRPr lang="en-US" sz="1800">
              <a:solidFill>
                <a:schemeClr val="tx1"/>
              </a:solidFill>
              <a:ea typeface="Calibri" panose="020F0502020204030204" pitchFamily="34" charset="0"/>
              <a:cs typeface="Calibri" panose="020F0502020204030204" pitchFamily="34" charset="0"/>
            </a:endParaRPr>
          </a:p>
          <a:p>
            <a:pPr marL="0" indent="0">
              <a:lnSpc>
                <a:spcPct val="200000"/>
              </a:lnSpc>
              <a:buNone/>
            </a:pPr>
            <a:r>
              <a:rPr lang="en-US" sz="1800" b="1">
                <a:solidFill>
                  <a:schemeClr val="accent5">
                    <a:lumMod val="49000"/>
                  </a:schemeClr>
                </a:solidFill>
                <a:latin typeface="+mn-lt"/>
              </a:rPr>
              <a:t>Key Objectives:</a:t>
            </a:r>
            <a:endParaRPr lang="en-US" sz="1800">
              <a:solidFill>
                <a:schemeClr val="accent5">
                  <a:lumMod val="49000"/>
                </a:schemeClr>
              </a:solidFill>
              <a:latin typeface="+mn-lt"/>
              <a:ea typeface="Calibri" panose="020F0502020204030204"/>
              <a:cs typeface="Calibri" panose="020F0502020204030204"/>
            </a:endParaRPr>
          </a:p>
          <a:p>
            <a:pPr marL="0" indent="0">
              <a:lnSpc>
                <a:spcPct val="200000"/>
              </a:lnSpc>
              <a:buNone/>
            </a:pPr>
            <a:r>
              <a:rPr lang="en-US" sz="1800">
                <a:solidFill>
                  <a:schemeClr val="tx1"/>
                </a:solidFill>
                <a:latin typeface="+mn-lt"/>
              </a:rPr>
              <a:t>• </a:t>
            </a:r>
            <a:r>
              <a:rPr lang="en-US" sz="1800">
                <a:solidFill>
                  <a:schemeClr val="accent5">
                    <a:lumMod val="49000"/>
                  </a:schemeClr>
                </a:solidFill>
                <a:latin typeface="+mn-lt"/>
              </a:rPr>
              <a:t>I</a:t>
            </a:r>
            <a:r>
              <a:rPr lang="en-US" sz="1800">
                <a:solidFill>
                  <a:schemeClr val="tx1"/>
                </a:solidFill>
                <a:latin typeface="+mn-lt"/>
              </a:rPr>
              <a:t>dentify the main factors causing delivery delays</a:t>
            </a:r>
            <a:endParaRPr lang="en-US" sz="1800">
              <a:solidFill>
                <a:schemeClr val="tx1"/>
              </a:solidFill>
              <a:latin typeface="+mn-lt"/>
              <a:ea typeface="Calibri" panose="020F0502020204030204"/>
              <a:cs typeface="Calibri" panose="020F0502020204030204"/>
            </a:endParaRPr>
          </a:p>
          <a:p>
            <a:pPr marL="0" indent="0">
              <a:lnSpc>
                <a:spcPct val="200000"/>
              </a:lnSpc>
              <a:buNone/>
            </a:pPr>
            <a:r>
              <a:rPr lang="en-US" sz="1800">
                <a:solidFill>
                  <a:schemeClr val="tx1"/>
                </a:solidFill>
                <a:latin typeface="+mn-lt"/>
              </a:rPr>
              <a:t>• Help businesses improve logistics planning and decisions</a:t>
            </a:r>
            <a:endParaRPr lang="en-US" sz="1800">
              <a:solidFill>
                <a:schemeClr val="tx1"/>
              </a:solidFill>
              <a:latin typeface="+mn-lt"/>
              <a:ea typeface="Calibri" panose="020F0502020204030204"/>
              <a:cs typeface="Calibri" panose="020F0502020204030204"/>
            </a:endParaRPr>
          </a:p>
          <a:p>
            <a:pPr marL="0" indent="0">
              <a:lnSpc>
                <a:spcPct val="200000"/>
              </a:lnSpc>
              <a:buNone/>
            </a:pPr>
            <a:endParaRPr lang="en-US" sz="1800">
              <a:solidFill>
                <a:schemeClr val="tx1"/>
              </a:solidFill>
              <a:latin typeface="+mn-lt"/>
              <a:ea typeface="Calibri" panose="020F0502020204030204"/>
              <a:cs typeface="Calibri" panose="020F0502020204030204"/>
            </a:endParaRPr>
          </a:p>
        </p:txBody>
      </p:sp>
      <p:pic>
        <p:nvPicPr>
          <p:cNvPr id="5" name="Picture 4" descr="A truck with a clock on it&#10;&#10;AI-generated content may be incorrect.">
            <a:extLst>
              <a:ext uri="{FF2B5EF4-FFF2-40B4-BE49-F238E27FC236}">
                <a16:creationId xmlns:a16="http://schemas.microsoft.com/office/drawing/2014/main" id="{D1A0280A-FB8B-DF96-B4CA-829B431390FB}"/>
              </a:ext>
            </a:extLst>
          </p:cNvPr>
          <p:cNvPicPr>
            <a:picLocks noChangeAspect="1"/>
          </p:cNvPicPr>
          <p:nvPr/>
        </p:nvPicPr>
        <p:blipFill>
          <a:blip r:embed="rId2"/>
          <a:srcRect t="922" r="-3" b="-3"/>
          <a:stretch>
            <a:fillRect/>
          </a:stretch>
        </p:blipFill>
        <p:spPr>
          <a:xfrm>
            <a:off x="6082748" y="787310"/>
            <a:ext cx="5334160" cy="52849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E7A44D-5EE7-387D-9F21-476355535C30}"/>
              </a:ext>
            </a:extLst>
          </p:cNvPr>
          <p:cNvSpPr>
            <a:spLocks noGrp="1"/>
          </p:cNvSpPr>
          <p:nvPr>
            <p:ph type="title"/>
          </p:nvPr>
        </p:nvSpPr>
        <p:spPr>
          <a:xfrm>
            <a:off x="611236" y="516683"/>
            <a:ext cx="4941271" cy="1356185"/>
          </a:xfrm>
          <a:prstGeom prst="roundRect">
            <a:avLst/>
          </a:prstGeom>
          <a:solidFill>
            <a:schemeClr val="bg2"/>
          </a:solidFill>
          <a:ln>
            <a:solidFill>
              <a:schemeClr val="accent5">
                <a:lumMod val="50000"/>
              </a:schemeClr>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r>
              <a:rPr lang="en-US" sz="3200">
                <a:solidFill>
                  <a:schemeClr val="accent5">
                    <a:lumMod val="49000"/>
                  </a:schemeClr>
                </a:solidFill>
                <a:latin typeface="Segoe UI Semibold"/>
                <a:cs typeface="Segoe UI Semibold"/>
              </a:rPr>
              <a:t>Project Objectives</a:t>
            </a:r>
          </a:p>
        </p:txBody>
      </p:sp>
      <p:pic>
        <p:nvPicPr>
          <p:cNvPr id="5" name="Picture 4">
            <a:extLst>
              <a:ext uri="{FF2B5EF4-FFF2-40B4-BE49-F238E27FC236}">
                <a16:creationId xmlns:a16="http://schemas.microsoft.com/office/drawing/2014/main" id="{C1E4FC32-C5DA-F1B6-D4CF-5101C94155FF}"/>
              </a:ext>
            </a:extLst>
          </p:cNvPr>
          <p:cNvPicPr>
            <a:picLocks noChangeAspect="1"/>
          </p:cNvPicPr>
          <p:nvPr/>
        </p:nvPicPr>
        <p:blipFill>
          <a:blip r:embed="rId2">
            <a:extLst>
              <a:ext uri="{28A0092B-C50C-407E-A947-70E740481C1C}">
                <a14:useLocalDpi xmlns:a14="http://schemas.microsoft.com/office/drawing/2010/main" val="0"/>
              </a:ext>
            </a:extLst>
          </a:blip>
          <a:srcRect l="11433" r="40600" b="1"/>
          <a:stretch>
            <a:fillRect/>
          </a:stretch>
        </p:blipFill>
        <p:spPr>
          <a:xfrm>
            <a:off x="7015163" y="877413"/>
            <a:ext cx="4300543" cy="5043096"/>
          </a:xfrm>
          <a:prstGeom prst="rect">
            <a:avLst/>
          </a:prstGeom>
        </p:spPr>
      </p:pic>
      <p:grpSp>
        <p:nvGrpSpPr>
          <p:cNvPr id="59" name="Group 58">
            <a:extLst>
              <a:ext uri="{FF2B5EF4-FFF2-40B4-BE49-F238E27FC236}">
                <a16:creationId xmlns:a16="http://schemas.microsoft.com/office/drawing/2014/main" id="{442598CC-934A-7BCD-C691-B2FE74CEDE6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015162" y="5858828"/>
            <a:ext cx="4300544" cy="123363"/>
            <a:chOff x="7015162" y="5858828"/>
            <a:chExt cx="4300544" cy="123363"/>
          </a:xfrm>
        </p:grpSpPr>
        <p:sp>
          <p:nvSpPr>
            <p:cNvPr id="46" name="Rectangle 45">
              <a:extLst>
                <a:ext uri="{FF2B5EF4-FFF2-40B4-BE49-F238E27FC236}">
                  <a16:creationId xmlns:a16="http://schemas.microsoft.com/office/drawing/2014/main" id="{AACD0983-348C-E24F-6839-EA2014B9D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1174876-930F-4902-5A02-2742055662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ontent Placeholder 6">
            <a:extLst>
              <a:ext uri="{FF2B5EF4-FFF2-40B4-BE49-F238E27FC236}">
                <a16:creationId xmlns:a16="http://schemas.microsoft.com/office/drawing/2014/main" id="{559FD110-6191-060A-EBE6-B4F21F3CCECC}"/>
              </a:ext>
            </a:extLst>
          </p:cNvPr>
          <p:cNvSpPr>
            <a:spLocks noGrp="1"/>
          </p:cNvSpPr>
          <p:nvPr>
            <p:ph idx="1"/>
          </p:nvPr>
        </p:nvSpPr>
        <p:spPr>
          <a:xfrm>
            <a:off x="642845" y="2195088"/>
            <a:ext cx="6020246" cy="3826568"/>
          </a:xfrm>
        </p:spPr>
        <p:txBody>
          <a:bodyPr vert="horz" lIns="91440" tIns="45720" rIns="91440" bIns="45720" rtlCol="0" anchor="t">
            <a:normAutofit/>
          </a:bodyPr>
          <a:lstStyle/>
          <a:p>
            <a:pPr>
              <a:lnSpc>
                <a:spcPct val="200000"/>
              </a:lnSpc>
            </a:pPr>
            <a:r>
              <a:rPr lang="en-US" sz="2400">
                <a:solidFill>
                  <a:schemeClr val="tx1"/>
                </a:solidFill>
                <a:latin typeface="Calibri"/>
                <a:ea typeface="Calibri"/>
                <a:cs typeface="Calibri"/>
              </a:rPr>
              <a:t>Predict on-time vs late delivery using machine learning models</a:t>
            </a:r>
            <a:endParaRPr lang="en-US"/>
          </a:p>
          <a:p>
            <a:pPr>
              <a:lnSpc>
                <a:spcPct val="150000"/>
              </a:lnSpc>
            </a:pPr>
            <a:r>
              <a:rPr lang="en-US" sz="2400">
                <a:solidFill>
                  <a:schemeClr val="tx1"/>
                </a:solidFill>
                <a:latin typeface="Calibri"/>
                <a:ea typeface="Calibri"/>
                <a:cs typeface="Calibri"/>
              </a:rPr>
              <a:t>Identify key factors influencing delivery delays to support data-driven decisions</a:t>
            </a:r>
          </a:p>
        </p:txBody>
      </p:sp>
    </p:spTree>
    <p:extLst>
      <p:ext uri="{BB962C8B-B14F-4D97-AF65-F5344CB8AC3E}">
        <p14:creationId xmlns:p14="http://schemas.microsoft.com/office/powerpoint/2010/main" val="233222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02D6F7-D535-7202-7D00-2B6846757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25186-E9F1-EB7E-5FD9-18590AEC8E31}"/>
              </a:ext>
            </a:extLst>
          </p:cNvPr>
          <p:cNvSpPr>
            <a:spLocks noGrp="1"/>
          </p:cNvSpPr>
          <p:nvPr>
            <p:ph type="title"/>
          </p:nvPr>
        </p:nvSpPr>
        <p:spPr>
          <a:xfrm>
            <a:off x="632298" y="1054316"/>
            <a:ext cx="4267200" cy="1437406"/>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br>
              <a:rPr lang="en-US" sz="3200" kern="1200">
                <a:latin typeface="Segoe UI Semibold"/>
                <a:cs typeface="Segoe UI Semibold"/>
              </a:rPr>
            </a:br>
            <a:r>
              <a:rPr lang="en-US" sz="3200" kern="1200">
                <a:solidFill>
                  <a:srgbClr val="1E4E79"/>
                </a:solidFill>
                <a:latin typeface="Segoe UI Semibold"/>
                <a:cs typeface="Segoe UI Semibold"/>
              </a:rPr>
              <a:t>Dataset Overview</a:t>
            </a:r>
            <a:endParaRPr lang="en-US"/>
          </a:p>
          <a:p>
            <a:endParaRPr lang="en-US" sz="3200" kern="1200">
              <a:solidFill>
                <a:srgbClr val="1E4E79"/>
              </a:solidFill>
              <a:latin typeface="Segoe UI Semibold"/>
              <a:cs typeface="Segoe UI Semibold"/>
            </a:endParaRPr>
          </a:p>
        </p:txBody>
      </p:sp>
      <p:cxnSp>
        <p:nvCxnSpPr>
          <p:cNvPr id="22" name="Straight Connector 21">
            <a:extLst>
              <a:ext uri="{FF2B5EF4-FFF2-40B4-BE49-F238E27FC236}">
                <a16:creationId xmlns:a16="http://schemas.microsoft.com/office/drawing/2014/main" id="{37C77032-C865-6057-7D7A-E2743CFA2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F5B1CA3-A7C9-23EC-C46C-51BE35722F54}"/>
              </a:ext>
            </a:extLst>
          </p:cNvPr>
          <p:cNvSpPr>
            <a:spLocks noGrp="1"/>
          </p:cNvSpPr>
          <p:nvPr>
            <p:ph idx="1"/>
          </p:nvPr>
        </p:nvSpPr>
        <p:spPr>
          <a:xfrm>
            <a:off x="5825613" y="838200"/>
            <a:ext cx="5501247" cy="1866358"/>
          </a:xfrm>
        </p:spPr>
        <p:txBody>
          <a:bodyPr vert="horz" lIns="91440" tIns="45720" rIns="91440" bIns="45720" rtlCol="0" anchor="t">
            <a:noAutofit/>
          </a:bodyPr>
          <a:lstStyle/>
          <a:p>
            <a:pPr>
              <a:lnSpc>
                <a:spcPct val="150000"/>
              </a:lnSpc>
            </a:pPr>
            <a:r>
              <a:rPr lang="en-US" sz="1800">
                <a:solidFill>
                  <a:schemeClr val="tx1"/>
                </a:solidFill>
                <a:latin typeface="+mn-lt"/>
              </a:rPr>
              <a:t>E-commerce delivery dataset with order details</a:t>
            </a:r>
            <a:endParaRPr lang="en-US" sz="1800">
              <a:solidFill>
                <a:schemeClr val="tx1"/>
              </a:solidFill>
              <a:ea typeface="Calibri"/>
              <a:cs typeface="Calibri"/>
            </a:endParaRPr>
          </a:p>
          <a:p>
            <a:pPr>
              <a:lnSpc>
                <a:spcPct val="150000"/>
              </a:lnSpc>
            </a:pPr>
            <a:r>
              <a:rPr lang="en-US" sz="1800">
                <a:solidFill>
                  <a:schemeClr val="tx1"/>
                </a:solidFill>
                <a:latin typeface="+mn-lt"/>
              </a:rPr>
              <a:t>Includes customer, product, and shipment features</a:t>
            </a:r>
            <a:endParaRPr lang="en-US" sz="1800">
              <a:solidFill>
                <a:schemeClr val="tx1"/>
              </a:solidFill>
              <a:latin typeface="+mn-lt"/>
              <a:ea typeface="Calibri" panose="020F0502020204030204"/>
              <a:cs typeface="Calibri" panose="020F0502020204030204"/>
            </a:endParaRPr>
          </a:p>
          <a:p>
            <a:pPr>
              <a:lnSpc>
                <a:spcPct val="150000"/>
              </a:lnSpc>
            </a:pPr>
            <a:r>
              <a:rPr lang="en-US" sz="1800">
                <a:solidFill>
                  <a:schemeClr val="tx1"/>
                </a:solidFill>
                <a:latin typeface="+mn-lt"/>
              </a:rPr>
              <a:t>Delivery status (on-time / late) is the target variable</a:t>
            </a:r>
            <a:endParaRPr lang="en-US" sz="1800">
              <a:solidFill>
                <a:schemeClr val="tx1"/>
              </a:solidFill>
              <a:latin typeface="+mn-lt"/>
              <a:ea typeface="Calibri" panose="020F0502020204030204"/>
              <a:cs typeface="Calibri" panose="020F0502020204030204"/>
            </a:endParaRPr>
          </a:p>
          <a:p>
            <a:pPr marL="0">
              <a:lnSpc>
                <a:spcPct val="150000"/>
              </a:lnSpc>
            </a:pPr>
            <a:endParaRPr lang="en-US" sz="2000" b="1">
              <a:solidFill>
                <a:schemeClr val="tx1"/>
              </a:solidFill>
              <a:latin typeface="+mn-lt"/>
              <a:ea typeface="Calibri" panose="020F0502020204030204"/>
              <a:cs typeface="Calibri" panose="020F0502020204030204"/>
            </a:endParaRPr>
          </a:p>
        </p:txBody>
      </p:sp>
      <p:pic>
        <p:nvPicPr>
          <p:cNvPr id="4" name="Picture 3" descr="A screenshot of a white table&#10;&#10;AI-generated content may be incorrect.">
            <a:extLst>
              <a:ext uri="{FF2B5EF4-FFF2-40B4-BE49-F238E27FC236}">
                <a16:creationId xmlns:a16="http://schemas.microsoft.com/office/drawing/2014/main" id="{AC07FD76-E4FE-E285-0964-77395F81E879}"/>
              </a:ext>
            </a:extLst>
          </p:cNvPr>
          <p:cNvPicPr>
            <a:picLocks noChangeAspect="1"/>
          </p:cNvPicPr>
          <p:nvPr/>
        </p:nvPicPr>
        <p:blipFill>
          <a:blip r:embed="rId2"/>
          <a:srcRect r="1931" b="-2"/>
          <a:stretch>
            <a:fillRect/>
          </a:stretch>
        </p:blipFill>
        <p:spPr>
          <a:xfrm>
            <a:off x="357527" y="2887442"/>
            <a:ext cx="11131685" cy="312227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04874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CD48C-0D00-7934-A2BB-3246AA97B9B3}"/>
              </a:ext>
            </a:extLst>
          </p:cNvPr>
          <p:cNvSpPr>
            <a:spLocks noGrp="1"/>
          </p:cNvSpPr>
          <p:nvPr>
            <p:ph type="title"/>
          </p:nvPr>
        </p:nvSpPr>
        <p:spPr>
          <a:xfrm>
            <a:off x="372126" y="834067"/>
            <a:ext cx="4161391" cy="1591696"/>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kern="1200">
                <a:solidFill>
                  <a:schemeClr val="accent5">
                    <a:lumMod val="49000"/>
                  </a:schemeClr>
                </a:solidFill>
                <a:latin typeface="Segoe UI Semibold"/>
                <a:cs typeface="Segoe UI Semibold"/>
              </a:rPr>
              <a:t>Data </a:t>
            </a:r>
            <a:r>
              <a:rPr lang="en-US" sz="3200">
                <a:solidFill>
                  <a:schemeClr val="accent5">
                    <a:lumMod val="49000"/>
                  </a:schemeClr>
                </a:solidFill>
                <a:latin typeface="Segoe UI Semibold"/>
                <a:cs typeface="Segoe UI Semibold"/>
              </a:rPr>
              <a:t> </a:t>
            </a:r>
            <a:br>
              <a:rPr lang="en-US" sz="3200">
                <a:solidFill>
                  <a:schemeClr val="accent5">
                    <a:lumMod val="49000"/>
                  </a:schemeClr>
                </a:solidFill>
                <a:latin typeface="Segoe UI Semibold"/>
                <a:cs typeface="Segoe UI Semibold"/>
              </a:rPr>
            </a:br>
            <a:r>
              <a:rPr lang="en-US" sz="3200">
                <a:solidFill>
                  <a:schemeClr val="accent5">
                    <a:lumMod val="49000"/>
                  </a:schemeClr>
                </a:solidFill>
                <a:latin typeface="Segoe UI Semibold"/>
                <a:cs typeface="Segoe UI Semibold"/>
              </a:rPr>
              <a:t>Understanding</a:t>
            </a:r>
          </a:p>
        </p:txBody>
      </p:sp>
      <p:sp>
        <p:nvSpPr>
          <p:cNvPr id="5" name="Content Placeholder 4">
            <a:extLst>
              <a:ext uri="{FF2B5EF4-FFF2-40B4-BE49-F238E27FC236}">
                <a16:creationId xmlns:a16="http://schemas.microsoft.com/office/drawing/2014/main" id="{E17DAE9C-16F3-803E-1F94-49B423E3F07A}"/>
              </a:ext>
            </a:extLst>
          </p:cNvPr>
          <p:cNvSpPr>
            <a:spLocks noGrp="1"/>
          </p:cNvSpPr>
          <p:nvPr>
            <p:ph idx="1"/>
          </p:nvPr>
        </p:nvSpPr>
        <p:spPr>
          <a:xfrm>
            <a:off x="505989" y="2682787"/>
            <a:ext cx="4166335" cy="3339708"/>
          </a:xfrm>
        </p:spPr>
        <p:txBody>
          <a:bodyPr vert="horz" lIns="91440" tIns="45720" rIns="91440" bIns="45720" rtlCol="0" anchor="t">
            <a:noAutofit/>
          </a:bodyPr>
          <a:lstStyle/>
          <a:p>
            <a:pPr>
              <a:lnSpc>
                <a:spcPct val="200000"/>
              </a:lnSpc>
            </a:pPr>
            <a:r>
              <a:rPr lang="en-US" sz="2400">
                <a:solidFill>
                  <a:schemeClr val="tx1"/>
                </a:solidFill>
                <a:latin typeface="+mn-lt"/>
              </a:rPr>
              <a:t>Analyzed dataset structure</a:t>
            </a:r>
            <a:endParaRPr lang="en-US" sz="2400">
              <a:solidFill>
                <a:schemeClr val="tx1"/>
              </a:solidFill>
              <a:ea typeface="Calibri" panose="020F0502020204030204" pitchFamily="34" charset="0"/>
              <a:cs typeface="Calibri" panose="020F0502020204030204" pitchFamily="34" charset="0"/>
            </a:endParaRPr>
          </a:p>
          <a:p>
            <a:pPr>
              <a:lnSpc>
                <a:spcPct val="200000"/>
              </a:lnSpc>
            </a:pPr>
            <a:r>
              <a:rPr lang="en-US" sz="2400">
                <a:solidFill>
                  <a:schemeClr val="tx1"/>
                </a:solidFill>
                <a:latin typeface="+mn-lt"/>
              </a:rPr>
              <a:t>Identified key feature columns</a:t>
            </a:r>
            <a:endParaRPr lang="en-US" sz="2400">
              <a:solidFill>
                <a:schemeClr val="tx1"/>
              </a:solidFill>
              <a:latin typeface="+mn-lt"/>
              <a:ea typeface="Calibri" panose="020F0502020204030204"/>
              <a:cs typeface="Calibri" panose="020F0502020204030204"/>
            </a:endParaRPr>
          </a:p>
          <a:p>
            <a:pPr>
              <a:lnSpc>
                <a:spcPct val="200000"/>
              </a:lnSpc>
            </a:pPr>
            <a:r>
              <a:rPr lang="en-US" sz="2400">
                <a:solidFill>
                  <a:schemeClr val="tx1"/>
                </a:solidFill>
                <a:latin typeface="+mn-lt"/>
              </a:rPr>
              <a:t>Defined target variable</a:t>
            </a:r>
            <a:endParaRPr lang="en-US" sz="2400">
              <a:solidFill>
                <a:schemeClr val="tx1"/>
              </a:solidFill>
              <a:latin typeface="+mn-lt"/>
              <a:ea typeface="Calibri" panose="020F0502020204030204"/>
              <a:cs typeface="Calibri" panose="020F0502020204030204"/>
            </a:endParaRPr>
          </a:p>
          <a:p>
            <a:endParaRPr lang="en-US" sz="2000">
              <a:solidFill>
                <a:schemeClr val="tx1"/>
              </a:solidFill>
              <a:latin typeface="+mn-lt"/>
            </a:endParaRPr>
          </a:p>
          <a:p>
            <a:endParaRPr lang="en-US" sz="2000">
              <a:solidFill>
                <a:schemeClr val="tx1"/>
              </a:solidFill>
              <a:latin typeface="+mn-lt"/>
            </a:endParaRPr>
          </a:p>
        </p:txBody>
      </p:sp>
      <p:pic>
        <p:nvPicPr>
          <p:cNvPr id="19" name="Picture 18" descr="A screenshot of a computer&#10;&#10;AI-generated content may be incorrect.">
            <a:extLst>
              <a:ext uri="{FF2B5EF4-FFF2-40B4-BE49-F238E27FC236}">
                <a16:creationId xmlns:a16="http://schemas.microsoft.com/office/drawing/2014/main" id="{064C671B-5047-2F2B-56E8-8DEFC6816BA4}"/>
              </a:ext>
            </a:extLst>
          </p:cNvPr>
          <p:cNvPicPr>
            <a:picLocks noChangeAspect="1"/>
          </p:cNvPicPr>
          <p:nvPr/>
        </p:nvPicPr>
        <p:blipFill>
          <a:blip r:embed="rId2"/>
          <a:stretch>
            <a:fillRect/>
          </a:stretch>
        </p:blipFill>
        <p:spPr>
          <a:xfrm>
            <a:off x="4987672" y="837984"/>
            <a:ext cx="6389346" cy="5191342"/>
          </a:xfrm>
          <a:prstGeom prst="rect">
            <a:avLst/>
          </a:prstGeom>
          <a:ln>
            <a:noFill/>
          </a:ln>
          <a:effectLst>
            <a:softEdge rad="112500"/>
          </a:effectLst>
        </p:spPr>
      </p:pic>
      <p:grpSp>
        <p:nvGrpSpPr>
          <p:cNvPr id="33" name="Group 32">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37" name="Rectangle 3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94365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FF680013-9BBB-A939-E01F-683FD1DB579D}"/>
              </a:ext>
            </a:extLst>
          </p:cNvPr>
          <p:cNvSpPr txBox="1">
            <a:spLocks/>
          </p:cNvSpPr>
          <p:nvPr/>
        </p:nvSpPr>
        <p:spPr>
          <a:xfrm>
            <a:off x="438949" y="741391"/>
            <a:ext cx="5035491" cy="1616203"/>
          </a:xfrm>
          <a:prstGeom prst="roundRect">
            <a:avLst/>
          </a:prstGeom>
          <a:solidFill>
            <a:schemeClr val="bg2"/>
          </a:solidFill>
          <a:ln>
            <a:solidFill>
              <a:schemeClr val="accent5">
                <a:lumMod val="50000"/>
              </a:schemeClr>
            </a:solidFill>
          </a:ln>
        </p:spPr>
        <p:txBody>
          <a:bodyPr vert="horz" lIns="91440" tIns="45720" rIns="91440" bIns="45720" rtlCol="0" anchor="b">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spcAft>
                <a:spcPts val="600"/>
              </a:spcAft>
            </a:pPr>
            <a:r>
              <a:rPr lang="en-US" sz="3200" kern="1200">
                <a:solidFill>
                  <a:schemeClr val="accent5">
                    <a:lumMod val="49000"/>
                  </a:schemeClr>
                </a:solidFill>
                <a:latin typeface="Segoe UI Semibold"/>
                <a:cs typeface="Segoe UI Semibold"/>
              </a:rPr>
              <a:t>Data Cleaning</a:t>
            </a:r>
            <a:endParaRPr lang="en-US"/>
          </a:p>
          <a:p>
            <a:pPr>
              <a:spcAft>
                <a:spcPts val="600"/>
              </a:spcAft>
            </a:pPr>
            <a:endParaRPr lang="en-US" sz="3200" i="1" kern="1200">
              <a:solidFill>
                <a:schemeClr val="tx1"/>
              </a:solidFill>
              <a:latin typeface="+mj-lt"/>
              <a:ea typeface="+mj-ea"/>
              <a:cs typeface="+mj-cs"/>
            </a:endParaRPr>
          </a:p>
        </p:txBody>
      </p:sp>
      <p:sp>
        <p:nvSpPr>
          <p:cNvPr id="8" name="Content Placeholder 7">
            <a:extLst>
              <a:ext uri="{FF2B5EF4-FFF2-40B4-BE49-F238E27FC236}">
                <a16:creationId xmlns:a16="http://schemas.microsoft.com/office/drawing/2014/main" id="{5A3D082A-C4F1-42F1-EC1A-A63F775D81A6}"/>
              </a:ext>
            </a:extLst>
          </p:cNvPr>
          <p:cNvSpPr>
            <a:spLocks noGrp="1"/>
          </p:cNvSpPr>
          <p:nvPr>
            <p:ph idx="1"/>
          </p:nvPr>
        </p:nvSpPr>
        <p:spPr>
          <a:xfrm>
            <a:off x="406522" y="2533476"/>
            <a:ext cx="5992044" cy="3447832"/>
          </a:xfrm>
        </p:spPr>
        <p:txBody>
          <a:bodyPr vert="horz" lIns="91440" tIns="45720" rIns="91440" bIns="45720" rtlCol="0" anchor="t">
            <a:noAutofit/>
          </a:bodyPr>
          <a:lstStyle/>
          <a:p>
            <a:pPr>
              <a:lnSpc>
                <a:spcPct val="200000"/>
              </a:lnSpc>
            </a:pPr>
            <a:r>
              <a:rPr lang="en-US">
                <a:solidFill>
                  <a:schemeClr val="tx1"/>
                </a:solidFill>
                <a:latin typeface="+mn-lt"/>
              </a:rPr>
              <a:t>Checked missing values</a:t>
            </a:r>
            <a:endParaRPr lang="en-US">
              <a:solidFill>
                <a:schemeClr val="tx1"/>
              </a:solidFill>
              <a:latin typeface="+mn-lt"/>
              <a:ea typeface="Calibri"/>
              <a:cs typeface="Calibri"/>
            </a:endParaRPr>
          </a:p>
          <a:p>
            <a:pPr>
              <a:lnSpc>
                <a:spcPct val="250000"/>
              </a:lnSpc>
            </a:pPr>
            <a:r>
              <a:rPr lang="en-US">
                <a:solidFill>
                  <a:schemeClr val="tx1"/>
                </a:solidFill>
                <a:latin typeface="+mn-lt"/>
              </a:rPr>
              <a:t>Verified duplicate records</a:t>
            </a:r>
            <a:endParaRPr lang="en-US">
              <a:solidFill>
                <a:schemeClr val="tx1"/>
              </a:solidFill>
              <a:latin typeface="+mn-lt"/>
              <a:ea typeface="Calibri"/>
              <a:cs typeface="Calibri"/>
            </a:endParaRPr>
          </a:p>
          <a:p>
            <a:pPr>
              <a:lnSpc>
                <a:spcPct val="200000"/>
              </a:lnSpc>
            </a:pPr>
            <a:r>
              <a:rPr lang="en-US">
                <a:solidFill>
                  <a:schemeClr val="tx1"/>
                </a:solidFill>
                <a:latin typeface="+mn-lt"/>
              </a:rPr>
              <a:t> Prepared dataset for modeling</a:t>
            </a:r>
            <a:endParaRPr lang="en-US">
              <a:solidFill>
                <a:schemeClr val="tx1"/>
              </a:solidFill>
              <a:latin typeface="+mn-lt"/>
              <a:ea typeface="Calibri"/>
              <a:cs typeface="Calibri"/>
            </a:endParaRPr>
          </a:p>
          <a:p>
            <a:pPr>
              <a:lnSpc>
                <a:spcPct val="150000"/>
              </a:lnSpc>
            </a:pPr>
            <a:endParaRPr lang="en-US">
              <a:solidFill>
                <a:schemeClr val="tx1"/>
              </a:solidFill>
              <a:latin typeface="+mn-lt"/>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AD7D35E0-AA22-CC61-0882-8E3FE0C3698A}"/>
              </a:ext>
            </a:extLst>
          </p:cNvPr>
          <p:cNvPicPr>
            <a:picLocks noChangeAspect="1"/>
          </p:cNvPicPr>
          <p:nvPr/>
        </p:nvPicPr>
        <p:blipFill>
          <a:blip r:embed="rId3"/>
          <a:srcRect r="29174" b="1"/>
          <a:stretch>
            <a:fillRect/>
          </a:stretch>
        </p:blipFill>
        <p:spPr>
          <a:xfrm>
            <a:off x="6096001" y="1298057"/>
            <a:ext cx="5319062" cy="4186804"/>
          </a:xfrm>
          <a:prstGeom prst="rect">
            <a:avLst/>
          </a:prstGeom>
        </p:spPr>
      </p:pic>
      <p:grpSp>
        <p:nvGrpSpPr>
          <p:cNvPr id="80" name="Group 79">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81" name="Rectangle 80">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5992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14BEC-8B3A-00C7-C623-8AC5FACD08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B5C9834-EC65-CA9A-5462-B7994D9B1136}"/>
              </a:ext>
            </a:extLst>
          </p:cNvPr>
          <p:cNvSpPr>
            <a:spLocks noGrp="1"/>
          </p:cNvSpPr>
          <p:nvPr>
            <p:ph type="title"/>
          </p:nvPr>
        </p:nvSpPr>
        <p:spPr>
          <a:xfrm>
            <a:off x="536226" y="636008"/>
            <a:ext cx="4327861" cy="1656735"/>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a:solidFill>
                  <a:schemeClr val="accent5">
                    <a:lumMod val="49000"/>
                  </a:schemeClr>
                </a:solidFill>
                <a:latin typeface="Segoe UI Semibold"/>
                <a:cs typeface="Segoe UI Semibold"/>
              </a:rPr>
              <a:t>Exploratory Data Analysis (Univariate)</a:t>
            </a:r>
            <a:endParaRPr lang="en-US">
              <a:solidFill>
                <a:schemeClr val="accent5">
                  <a:lumMod val="49000"/>
                </a:schemeClr>
              </a:solidFill>
              <a:latin typeface="Segoe UI Semibold"/>
              <a:cs typeface="Segoe UI Semibold"/>
            </a:endParaRPr>
          </a:p>
        </p:txBody>
      </p:sp>
      <p:sp>
        <p:nvSpPr>
          <p:cNvPr id="2" name="TextBox 1">
            <a:extLst>
              <a:ext uri="{FF2B5EF4-FFF2-40B4-BE49-F238E27FC236}">
                <a16:creationId xmlns:a16="http://schemas.microsoft.com/office/drawing/2014/main" id="{96455F81-BF72-CDB7-294D-9C41660A8395}"/>
              </a:ext>
            </a:extLst>
          </p:cNvPr>
          <p:cNvSpPr txBox="1"/>
          <p:nvPr/>
        </p:nvSpPr>
        <p:spPr>
          <a:xfrm>
            <a:off x="252502" y="2111945"/>
            <a:ext cx="4295410" cy="3861257"/>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150000"/>
              </a:lnSpc>
              <a:spcAft>
                <a:spcPts val="600"/>
              </a:spcAft>
              <a:buFont typeface="Arial" panose="020B0604020202020204" pitchFamily="34" charset="0"/>
              <a:buChar char="•"/>
            </a:pPr>
            <a:endParaRPr lang="en-US" sz="2000">
              <a:ea typeface="Calibri" panose="020F0502020204030204"/>
              <a:cs typeface="Calibri" panose="020F0502020204030204"/>
            </a:endParaRPr>
          </a:p>
          <a:p>
            <a:pPr indent="-228600">
              <a:lnSpc>
                <a:spcPct val="150000"/>
              </a:lnSpc>
              <a:buFont typeface="Arial" panose="020B0604020202020204" pitchFamily="34" charset="0"/>
              <a:buChar char="•"/>
            </a:pPr>
            <a:r>
              <a:rPr lang="en-US" sz="2000"/>
              <a:t> Analyzed delivery status distribution</a:t>
            </a:r>
            <a:endParaRPr lang="en-US" sz="2000">
              <a:ea typeface="Calibri" panose="020F0502020204030204"/>
              <a:cs typeface="Calibri" panose="020F0502020204030204"/>
            </a:endParaRPr>
          </a:p>
          <a:p>
            <a:pPr indent="-228600">
              <a:lnSpc>
                <a:spcPct val="150000"/>
              </a:lnSpc>
              <a:buFont typeface="Arial" panose="020B0604020202020204" pitchFamily="34" charset="0"/>
              <a:buChar char="•"/>
            </a:pPr>
            <a:endParaRPr lang="en-US" sz="2000">
              <a:ea typeface="Calibri" panose="020F0502020204030204"/>
              <a:cs typeface="Calibri" panose="020F0502020204030204"/>
            </a:endParaRPr>
          </a:p>
          <a:p>
            <a:pPr indent="-228600">
              <a:lnSpc>
                <a:spcPct val="150000"/>
              </a:lnSpc>
              <a:buFont typeface="Arial" panose="020B0604020202020204" pitchFamily="34" charset="0"/>
              <a:buChar char="•"/>
            </a:pPr>
            <a:r>
              <a:rPr lang="en-US" sz="2000"/>
              <a:t> Compared on-time vs late orders</a:t>
            </a:r>
            <a:endParaRPr lang="en-US" sz="2000">
              <a:ea typeface="Calibri" panose="020F0502020204030204"/>
              <a:cs typeface="Calibri" panose="020F0502020204030204"/>
            </a:endParaRPr>
          </a:p>
          <a:p>
            <a:pPr indent="-228600">
              <a:lnSpc>
                <a:spcPct val="150000"/>
              </a:lnSpc>
              <a:buFont typeface="Arial" panose="020B0604020202020204" pitchFamily="34" charset="0"/>
              <a:buChar char="•"/>
            </a:pPr>
            <a:endParaRPr lang="en-US" sz="2000">
              <a:ea typeface="Calibri" panose="020F0502020204030204"/>
              <a:cs typeface="Calibri" panose="020F0502020204030204"/>
            </a:endParaRPr>
          </a:p>
          <a:p>
            <a:pPr indent="-228600">
              <a:lnSpc>
                <a:spcPct val="150000"/>
              </a:lnSpc>
              <a:buFont typeface="Arial" panose="020B0604020202020204" pitchFamily="34" charset="0"/>
              <a:buChar char="•"/>
            </a:pPr>
            <a:r>
              <a:rPr lang="en-US" sz="2000"/>
              <a:t> Identified delivery imbalance</a:t>
            </a:r>
            <a:endParaRPr lang="en-US" sz="2000">
              <a:ea typeface="Calibri" panose="020F0502020204030204"/>
              <a:cs typeface="Calibri" panose="020F0502020204030204"/>
            </a:endParaRPr>
          </a:p>
          <a:p>
            <a:pPr indent="-228600">
              <a:lnSpc>
                <a:spcPct val="150000"/>
              </a:lnSpc>
              <a:spcAft>
                <a:spcPts val="600"/>
              </a:spcAft>
              <a:buFont typeface="Arial" panose="020B0604020202020204" pitchFamily="34" charset="0"/>
              <a:buChar char="•"/>
            </a:pPr>
            <a:endParaRPr lang="en-US" sz="2000">
              <a:ea typeface="Calibri" panose="020F0502020204030204"/>
              <a:cs typeface="Calibri" panose="020F0502020204030204"/>
            </a:endParaRPr>
          </a:p>
        </p:txBody>
      </p:sp>
      <p:pic>
        <p:nvPicPr>
          <p:cNvPr id="3" name="Picture 2" descr="A bar chart of delivery status distribution&#10;&#10;AI-generated content may be incorrect.">
            <a:extLst>
              <a:ext uri="{FF2B5EF4-FFF2-40B4-BE49-F238E27FC236}">
                <a16:creationId xmlns:a16="http://schemas.microsoft.com/office/drawing/2014/main" id="{C7D554B7-E89A-BE61-C3C5-6BA25B4056DC}"/>
              </a:ext>
            </a:extLst>
          </p:cNvPr>
          <p:cNvPicPr>
            <a:picLocks noChangeAspect="1"/>
          </p:cNvPicPr>
          <p:nvPr/>
        </p:nvPicPr>
        <p:blipFill>
          <a:blip r:embed="rId3"/>
          <a:srcRect l="2912" r="9789" b="-1"/>
          <a:stretch>
            <a:fillRect/>
          </a:stretch>
        </p:blipFill>
        <p:spPr>
          <a:xfrm>
            <a:off x="5089243" y="626115"/>
            <a:ext cx="6879245" cy="5189012"/>
          </a:xfrm>
          <a:prstGeom prst="rect">
            <a:avLst/>
          </a:prstGeom>
          <a:ln>
            <a:noFill/>
          </a:ln>
          <a:effectLst>
            <a:softEdge rad="112500"/>
          </a:effectLst>
        </p:spPr>
      </p:pic>
      <p:grpSp>
        <p:nvGrpSpPr>
          <p:cNvPr id="56" name="Group 55">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57" name="Rectangle 56">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68834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CFC8A-674A-606C-99C9-F56483D8EB61}"/>
              </a:ext>
            </a:extLst>
          </p:cNvPr>
          <p:cNvSpPr>
            <a:spLocks noGrp="1"/>
          </p:cNvSpPr>
          <p:nvPr>
            <p:ph idx="1"/>
          </p:nvPr>
        </p:nvSpPr>
        <p:spPr>
          <a:xfrm>
            <a:off x="402172" y="2281934"/>
            <a:ext cx="6243336" cy="3476975"/>
          </a:xfrm>
        </p:spPr>
        <p:txBody>
          <a:bodyPr vert="horz" lIns="91440" tIns="45720" rIns="91440" bIns="45720" rtlCol="0" anchor="t">
            <a:noAutofit/>
          </a:bodyPr>
          <a:lstStyle/>
          <a:p>
            <a:pPr>
              <a:lnSpc>
                <a:spcPct val="150000"/>
              </a:lnSpc>
            </a:pPr>
            <a:r>
              <a:rPr lang="en-US" sz="2000">
                <a:latin typeface="Calibri"/>
                <a:ea typeface="Calibri"/>
                <a:cs typeface="Calibri"/>
              </a:rPr>
              <a:t>Package weights range from 1,000 to 8,000 grams</a:t>
            </a:r>
            <a:endParaRPr lang="en-US" sz="2000">
              <a:ea typeface="Calibri"/>
              <a:cs typeface="Calibri"/>
            </a:endParaRPr>
          </a:p>
          <a:p>
            <a:pPr>
              <a:lnSpc>
                <a:spcPct val="150000"/>
              </a:lnSpc>
            </a:pPr>
            <a:r>
              <a:rPr lang="en-US" sz="2000">
                <a:latin typeface="Calibri"/>
                <a:ea typeface="Calibri"/>
                <a:cs typeface="Calibri"/>
              </a:rPr>
              <a:t>Average (median) weight is around 4,200 grams</a:t>
            </a:r>
            <a:endParaRPr lang="en-US" sz="2000">
              <a:ea typeface="Calibri"/>
              <a:cs typeface="Calibri"/>
            </a:endParaRPr>
          </a:p>
          <a:p>
            <a:pPr>
              <a:lnSpc>
                <a:spcPct val="150000"/>
              </a:lnSpc>
            </a:pPr>
            <a:r>
              <a:rPr lang="en-US" sz="2000">
                <a:latin typeface="Calibri"/>
                <a:ea typeface="Calibri"/>
                <a:cs typeface="Calibri"/>
              </a:rPr>
              <a:t>Most packages weigh between 2,000 and 5,000 grams</a:t>
            </a:r>
            <a:endParaRPr lang="en-US" sz="2000">
              <a:ea typeface="Calibri"/>
              <a:cs typeface="Calibri"/>
            </a:endParaRPr>
          </a:p>
          <a:p>
            <a:pPr>
              <a:lnSpc>
                <a:spcPct val="150000"/>
              </a:lnSpc>
            </a:pPr>
            <a:r>
              <a:rPr lang="en-US" sz="2000">
                <a:latin typeface="Calibri"/>
                <a:ea typeface="Calibri"/>
                <a:cs typeface="Calibri"/>
              </a:rPr>
              <a:t>Weight distribution is slightly right-skewed</a:t>
            </a:r>
            <a:endParaRPr lang="en-US" sz="2000">
              <a:ea typeface="Calibri"/>
              <a:cs typeface="Calibri"/>
            </a:endParaRPr>
          </a:p>
          <a:p>
            <a:pPr>
              <a:lnSpc>
                <a:spcPct val="150000"/>
              </a:lnSpc>
            </a:pPr>
            <a:r>
              <a:rPr lang="en-US" sz="2000">
                <a:latin typeface="Calibri"/>
                <a:ea typeface="Calibri"/>
                <a:cs typeface="Calibri"/>
              </a:rPr>
              <a:t>No major outliers observed</a:t>
            </a:r>
            <a:endParaRPr lang="en-US" sz="2000">
              <a:ea typeface="Calibri" panose="020F0502020204030204" pitchFamily="34" charset="0"/>
              <a:cs typeface="Calibri" panose="020F0502020204030204" pitchFamily="34" charset="0"/>
            </a:endParaRPr>
          </a:p>
          <a:p>
            <a:endParaRPr lang="en-US">
              <a:latin typeface="Calibri"/>
              <a:ea typeface="Calibri"/>
              <a:cs typeface="Calibri"/>
            </a:endParaRPr>
          </a:p>
          <a:p>
            <a:endParaRPr lang="en-US">
              <a:ea typeface="Calibri"/>
              <a:cs typeface="Calibri"/>
            </a:endParaRPr>
          </a:p>
        </p:txBody>
      </p:sp>
      <p:sp>
        <p:nvSpPr>
          <p:cNvPr id="4" name="TextBox 3">
            <a:extLst>
              <a:ext uri="{FF2B5EF4-FFF2-40B4-BE49-F238E27FC236}">
                <a16:creationId xmlns:a16="http://schemas.microsoft.com/office/drawing/2014/main" id="{BF6D1EEE-A372-CDD5-4365-D3C2B7E0CEC3}"/>
              </a:ext>
            </a:extLst>
          </p:cNvPr>
          <p:cNvSpPr txBox="1"/>
          <p:nvPr/>
        </p:nvSpPr>
        <p:spPr>
          <a:xfrm>
            <a:off x="264607" y="652573"/>
            <a:ext cx="5002294" cy="1199922"/>
          </a:xfrm>
          <a:prstGeom prst="roundRect">
            <a:avLst/>
          </a:prstGeom>
          <a:solidFill>
            <a:schemeClr val="bg2"/>
          </a:solidFill>
          <a:ln>
            <a:solidFill>
              <a:schemeClr val="accent5">
                <a:lumMod val="50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baseline="0">
                <a:solidFill>
                  <a:schemeClr val="accent5">
                    <a:lumMod val="49000"/>
                  </a:schemeClr>
                </a:solidFill>
                <a:latin typeface="Segoe UI Semibold"/>
                <a:ea typeface="Segoe UI"/>
                <a:cs typeface="Segoe UI"/>
              </a:rPr>
              <a:t>Exploratory </a:t>
            </a:r>
            <a:r>
              <a:rPr lang="en-US" sz="3200">
                <a:solidFill>
                  <a:schemeClr val="accent5">
                    <a:lumMod val="49000"/>
                  </a:schemeClr>
                </a:solidFill>
                <a:latin typeface="Segoe UI Semibold"/>
                <a:ea typeface="Segoe UI"/>
                <a:cs typeface="Segoe UI"/>
              </a:rPr>
              <a:t>Data Analysis</a:t>
            </a:r>
            <a:r>
              <a:rPr lang="en-US" sz="3200" baseline="0">
                <a:solidFill>
                  <a:schemeClr val="accent5">
                    <a:lumMod val="49000"/>
                  </a:schemeClr>
                </a:solidFill>
                <a:latin typeface="Segoe UI Semibold"/>
                <a:ea typeface="Segoe UI"/>
                <a:cs typeface="Segoe UI"/>
              </a:rPr>
              <a:t> (</a:t>
            </a:r>
            <a:r>
              <a:rPr lang="en-US" sz="3200">
                <a:solidFill>
                  <a:schemeClr val="accent5">
                    <a:lumMod val="49000"/>
                  </a:schemeClr>
                </a:solidFill>
                <a:latin typeface="Segoe UI Semibold"/>
                <a:ea typeface="Segoe UI"/>
                <a:cs typeface="Segoe UI"/>
              </a:rPr>
              <a:t>Univariate</a:t>
            </a:r>
            <a:r>
              <a:rPr lang="en-US" sz="3200" baseline="0">
                <a:solidFill>
                  <a:schemeClr val="accent5">
                    <a:lumMod val="49000"/>
                  </a:schemeClr>
                </a:solidFill>
                <a:latin typeface="Segoe UI Semibold"/>
                <a:ea typeface="Segoe UI"/>
                <a:cs typeface="Segoe UI"/>
              </a:rPr>
              <a:t>)</a:t>
            </a:r>
            <a:r>
              <a:rPr lang="en-US" sz="3200">
                <a:solidFill>
                  <a:schemeClr val="accent5">
                    <a:lumMod val="49000"/>
                  </a:schemeClr>
                </a:solidFill>
                <a:latin typeface="Segoe UI Semibold"/>
                <a:ea typeface="Segoe UI"/>
                <a:cs typeface="Segoe UI"/>
              </a:rPr>
              <a:t>​</a:t>
            </a:r>
            <a:endParaRPr lang="en-US">
              <a:solidFill>
                <a:schemeClr val="accent5">
                  <a:lumMod val="49000"/>
                </a:schemeClr>
              </a:solidFill>
            </a:endParaRPr>
          </a:p>
        </p:txBody>
      </p:sp>
      <p:pic>
        <p:nvPicPr>
          <p:cNvPr id="5" name="Picture 4" descr="A graph showing a box plot&#10;&#10;AI-generated content may be incorrect.">
            <a:extLst>
              <a:ext uri="{FF2B5EF4-FFF2-40B4-BE49-F238E27FC236}">
                <a16:creationId xmlns:a16="http://schemas.microsoft.com/office/drawing/2014/main" id="{1B55856E-9FF1-3A67-2103-8D4E1B3CCF95}"/>
              </a:ext>
            </a:extLst>
          </p:cNvPr>
          <p:cNvPicPr>
            <a:picLocks noChangeAspect="1"/>
          </p:cNvPicPr>
          <p:nvPr/>
        </p:nvPicPr>
        <p:blipFill>
          <a:blip r:embed="rId2"/>
          <a:stretch>
            <a:fillRect/>
          </a:stretch>
        </p:blipFill>
        <p:spPr>
          <a:xfrm>
            <a:off x="6376365" y="488105"/>
            <a:ext cx="5570350" cy="5466709"/>
          </a:xfrm>
          <a:prstGeom prst="rect">
            <a:avLst/>
          </a:prstGeom>
          <a:ln>
            <a:noFill/>
          </a:ln>
          <a:effectLst>
            <a:softEdge rad="112500"/>
          </a:effectLst>
        </p:spPr>
      </p:pic>
    </p:spTree>
    <p:extLst>
      <p:ext uri="{BB962C8B-B14F-4D97-AF65-F5344CB8AC3E}">
        <p14:creationId xmlns:p14="http://schemas.microsoft.com/office/powerpoint/2010/main" val="1776323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15AA21-D362-4BAE-F288-DD810B65727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0CD33B-3AC0-A5AE-C044-25F72D492BF5}"/>
              </a:ext>
            </a:extLst>
          </p:cNvPr>
          <p:cNvSpPr>
            <a:spLocks noGrp="1"/>
          </p:cNvSpPr>
          <p:nvPr>
            <p:ph type="title"/>
          </p:nvPr>
        </p:nvSpPr>
        <p:spPr>
          <a:xfrm>
            <a:off x="461297" y="383125"/>
            <a:ext cx="4064394" cy="1737346"/>
          </a:xfrm>
          <a:prstGeom prst="roundRect">
            <a:avLst/>
          </a:prstGeom>
          <a:solidFill>
            <a:schemeClr val="bg2"/>
          </a:solidFill>
          <a:ln>
            <a:solidFill>
              <a:schemeClr val="accent5">
                <a:lumMod val="50000"/>
              </a:schemeClr>
            </a:solidFill>
          </a:ln>
        </p:spPr>
        <p:txBody>
          <a:bodyPr vert="horz" lIns="91440" tIns="45720" rIns="91440" bIns="45720" rtlCol="0" anchor="ctr">
            <a:normAutofit fontScale="90000"/>
          </a:bodyPr>
          <a:lstStyle/>
          <a:p>
            <a:pPr algn="ctr"/>
            <a:r>
              <a:rPr lang="en-US" sz="3600" b="0" kern="1200">
                <a:solidFill>
                  <a:schemeClr val="accent5">
                    <a:lumMod val="49000"/>
                  </a:schemeClr>
                </a:solidFill>
                <a:latin typeface="Segoe UI Semibold"/>
                <a:cs typeface="Segoe UI Semibold"/>
              </a:rPr>
              <a:t>Exploratory </a:t>
            </a:r>
            <a:r>
              <a:rPr lang="en-US" sz="3600" b="0">
                <a:solidFill>
                  <a:schemeClr val="accent5">
                    <a:lumMod val="49000"/>
                  </a:schemeClr>
                </a:solidFill>
                <a:latin typeface="Segoe UI Semibold"/>
                <a:cs typeface="Segoe UI Semibold"/>
              </a:rPr>
              <a:t>Data Analysis</a:t>
            </a:r>
            <a:r>
              <a:rPr lang="en-US" sz="3600" b="0" kern="1200">
                <a:solidFill>
                  <a:schemeClr val="accent5">
                    <a:lumMod val="49000"/>
                  </a:schemeClr>
                </a:solidFill>
                <a:latin typeface="Segoe UI Semibold"/>
                <a:cs typeface="Segoe UI Semibold"/>
              </a:rPr>
              <a:t> (</a:t>
            </a:r>
            <a:r>
              <a:rPr lang="en-US" sz="3600" b="0">
                <a:solidFill>
                  <a:schemeClr val="accent5">
                    <a:lumMod val="49000"/>
                  </a:schemeClr>
                </a:solidFill>
                <a:latin typeface="Segoe UI Semibold"/>
                <a:cs typeface="Segoe UI Semibold"/>
              </a:rPr>
              <a:t>Bivariate</a:t>
            </a:r>
            <a:r>
              <a:rPr lang="en-US" sz="3600" b="0" kern="1200">
                <a:solidFill>
                  <a:schemeClr val="accent5">
                    <a:lumMod val="49000"/>
                  </a:schemeClr>
                </a:solidFill>
                <a:latin typeface="Segoe UI Semibold"/>
                <a:cs typeface="Segoe UI Semibold"/>
              </a:rPr>
              <a:t>)</a:t>
            </a:r>
            <a:endParaRPr lang="en-US">
              <a:solidFill>
                <a:schemeClr val="accent5">
                  <a:lumMod val="49000"/>
                </a:schemeClr>
              </a:solidFill>
            </a:endParaRPr>
          </a:p>
        </p:txBody>
      </p:sp>
      <p:pic>
        <p:nvPicPr>
          <p:cNvPr id="2" name="Picture 1" descr="A bar graph with red and blue bars&#10;&#10;AI-generated content may be incorrect.">
            <a:extLst>
              <a:ext uri="{FF2B5EF4-FFF2-40B4-BE49-F238E27FC236}">
                <a16:creationId xmlns:a16="http://schemas.microsoft.com/office/drawing/2014/main" id="{B33216A8-9933-8279-4F37-62E1F115C228}"/>
              </a:ext>
            </a:extLst>
          </p:cNvPr>
          <p:cNvPicPr>
            <a:picLocks noChangeAspect="1"/>
          </p:cNvPicPr>
          <p:nvPr/>
        </p:nvPicPr>
        <p:blipFill>
          <a:blip r:embed="rId2"/>
          <a:stretch>
            <a:fillRect/>
          </a:stretch>
        </p:blipFill>
        <p:spPr>
          <a:xfrm>
            <a:off x="658964" y="2661731"/>
            <a:ext cx="10940835" cy="3398981"/>
          </a:xfrm>
          <a:prstGeom prst="rect">
            <a:avLst/>
          </a:prstGeom>
          <a:ln>
            <a:noFill/>
          </a:ln>
          <a:effectLst>
            <a:softEdge rad="112500"/>
          </a:effectLst>
        </p:spPr>
      </p:pic>
      <p:grpSp>
        <p:nvGrpSpPr>
          <p:cNvPr id="32" name="Group 31">
            <a:extLst>
              <a:ext uri="{FF2B5EF4-FFF2-40B4-BE49-F238E27FC236}">
                <a16:creationId xmlns:a16="http://schemas.microsoft.com/office/drawing/2014/main" id="{E4A41B9E-A0C8-F78B-E5B6-A0D02D8810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27" name="Rectangle 26">
              <a:extLst>
                <a:ext uri="{FF2B5EF4-FFF2-40B4-BE49-F238E27FC236}">
                  <a16:creationId xmlns:a16="http://schemas.microsoft.com/office/drawing/2014/main" id="{F27C9029-9BF9-D125-90D6-AB03931B0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CF84619-412D-A0C9-3DC9-47C3A42B9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ACA30B03-0213-606E-2C95-D89478C9A3CD}"/>
              </a:ext>
            </a:extLst>
          </p:cNvPr>
          <p:cNvSpPr txBox="1"/>
          <p:nvPr/>
        </p:nvSpPr>
        <p:spPr>
          <a:xfrm>
            <a:off x="5290651" y="478626"/>
            <a:ext cx="6672647" cy="23237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161A3E"/>
                </a:solidFill>
                <a:latin typeface="Calibri"/>
                <a:ea typeface="Calibri"/>
                <a:cs typeface="Calibri"/>
              </a:rPr>
              <a:t>Late deliveries are more common than on-time deliveries</a:t>
            </a:r>
          </a:p>
          <a:p>
            <a:endParaRPr lang="en-US" sz="2000">
              <a:solidFill>
                <a:srgbClr val="161A3E"/>
              </a:solidFill>
              <a:latin typeface="Calibri"/>
              <a:ea typeface="Calibri"/>
              <a:cs typeface="Calibri"/>
            </a:endParaRPr>
          </a:p>
          <a:p>
            <a:r>
              <a:rPr lang="en-US" sz="2000">
                <a:solidFill>
                  <a:srgbClr val="161A3E"/>
                </a:solidFill>
                <a:latin typeface="Calibri"/>
                <a:ea typeface="Calibri"/>
                <a:cs typeface="Calibri"/>
              </a:rPr>
              <a:t>•  Both genders have similar delivery patterns</a:t>
            </a:r>
          </a:p>
          <a:p>
            <a:r>
              <a:rPr lang="en-US" sz="2000">
                <a:solidFill>
                  <a:srgbClr val="161A3E"/>
                </a:solidFill>
                <a:latin typeface="Calibri"/>
                <a:ea typeface="Calibri"/>
                <a:cs typeface="Calibri"/>
              </a:rPr>
              <a:t>•  On-time and late counts are nearly equal across genders</a:t>
            </a:r>
          </a:p>
          <a:p>
            <a:r>
              <a:rPr lang="en-US" sz="2000">
                <a:solidFill>
                  <a:srgbClr val="161A3E"/>
                </a:solidFill>
                <a:latin typeface="Calibri"/>
                <a:ea typeface="Calibri"/>
                <a:cs typeface="Calibri"/>
              </a:rPr>
              <a:t>•  Gender does not affect delivery timeliness</a:t>
            </a:r>
          </a:p>
          <a:p>
            <a:pPr>
              <a:lnSpc>
                <a:spcPct val="150000"/>
              </a:lnSpc>
            </a:pPr>
            <a:endParaRPr lang="en-US">
              <a:latin typeface="Calibri"/>
              <a:ea typeface="Calibri"/>
              <a:cs typeface="Calibri"/>
            </a:endParaRPr>
          </a:p>
          <a:p>
            <a:pPr algn="ctr"/>
            <a:endParaRPr lang="en-US"/>
          </a:p>
        </p:txBody>
      </p:sp>
    </p:spTree>
    <p:extLst>
      <p:ext uri="{BB962C8B-B14F-4D97-AF65-F5344CB8AC3E}">
        <p14:creationId xmlns:p14="http://schemas.microsoft.com/office/powerpoint/2010/main" val="2073390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48C48B-931B-10A8-55B2-754F6887F6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0616E2-0F74-4D03-87BD-38692B71BAD1}"/>
              </a:ext>
            </a:extLst>
          </p:cNvPr>
          <p:cNvSpPr>
            <a:spLocks noGrp="1"/>
          </p:cNvSpPr>
          <p:nvPr>
            <p:ph type="title"/>
          </p:nvPr>
        </p:nvSpPr>
        <p:spPr>
          <a:xfrm>
            <a:off x="439059" y="561189"/>
            <a:ext cx="4331090" cy="1451446"/>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kern="1200">
                <a:solidFill>
                  <a:srgbClr val="1E4E79"/>
                </a:solidFill>
                <a:latin typeface="Segoe UI Semibold"/>
                <a:cs typeface="Segoe UI Semibold"/>
              </a:rPr>
              <a:t>Exploratory </a:t>
            </a:r>
            <a:r>
              <a:rPr lang="en-US" sz="3200">
                <a:solidFill>
                  <a:srgbClr val="1E4E79"/>
                </a:solidFill>
                <a:latin typeface="Segoe UI Semibold"/>
                <a:cs typeface="Segoe UI Semibold"/>
              </a:rPr>
              <a:t>Data Analysis</a:t>
            </a:r>
            <a:r>
              <a:rPr lang="en-US" sz="3200" kern="1200">
                <a:solidFill>
                  <a:srgbClr val="1E4E79"/>
                </a:solidFill>
                <a:latin typeface="Segoe UI Semibold"/>
                <a:cs typeface="Segoe UI Semibold"/>
              </a:rPr>
              <a:t> (</a:t>
            </a:r>
            <a:r>
              <a:rPr lang="en-US" sz="3200">
                <a:solidFill>
                  <a:srgbClr val="1E4E79"/>
                </a:solidFill>
                <a:latin typeface="Segoe UI Semibold"/>
                <a:cs typeface="Segoe UI Semibold"/>
              </a:rPr>
              <a:t>Bivariate</a:t>
            </a:r>
            <a:r>
              <a:rPr lang="en-US" sz="3200" kern="1200">
                <a:solidFill>
                  <a:srgbClr val="1E4E79"/>
                </a:solidFill>
                <a:latin typeface="Segoe UI Semibold"/>
                <a:cs typeface="Segoe UI Semibold"/>
              </a:rPr>
              <a:t>)</a:t>
            </a:r>
            <a:endParaRPr lang="en-US"/>
          </a:p>
        </p:txBody>
      </p:sp>
      <p:sp>
        <p:nvSpPr>
          <p:cNvPr id="6" name="TextBox 5">
            <a:extLst>
              <a:ext uri="{FF2B5EF4-FFF2-40B4-BE49-F238E27FC236}">
                <a16:creationId xmlns:a16="http://schemas.microsoft.com/office/drawing/2014/main" id="{C537CA43-8D92-D67D-78BC-35911D4199DD}"/>
              </a:ext>
            </a:extLst>
          </p:cNvPr>
          <p:cNvSpPr txBox="1"/>
          <p:nvPr/>
        </p:nvSpPr>
        <p:spPr>
          <a:xfrm>
            <a:off x="310342" y="2291490"/>
            <a:ext cx="4475253" cy="368981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10000"/>
          </a:bodyPr>
          <a:lstStyle/>
          <a:p>
            <a:pPr marL="285750" indent="-228600">
              <a:lnSpc>
                <a:spcPct val="90000"/>
              </a:lnSpc>
              <a:buFont typeface="Arial" panose="020B0604020202020204" pitchFamily="34" charset="0"/>
              <a:buChar char="•"/>
            </a:pPr>
            <a:r>
              <a:rPr lang="en-US" sz="2000"/>
              <a:t>On-time deliveries have higher average weights</a:t>
            </a:r>
            <a:endParaRPr lang="en-US">
              <a:ea typeface="Calibri" panose="020F0502020204030204"/>
              <a:cs typeface="Calibri" panose="020F0502020204030204"/>
            </a:endParaRPr>
          </a:p>
          <a:p>
            <a:pPr marL="285750" indent="-228600">
              <a:lnSpc>
                <a:spcPct val="90000"/>
              </a:lnSpc>
              <a:buFont typeface="Arial" panose="020B0604020202020204" pitchFamily="34" charset="0"/>
              <a:buChar char="•"/>
            </a:pPr>
            <a:endParaRPr lang="en-US" sz="2000"/>
          </a:p>
          <a:p>
            <a:pPr marL="285750" indent="-228600">
              <a:lnSpc>
                <a:spcPct val="160000"/>
              </a:lnSpc>
              <a:buFont typeface="Arial" panose="020B0604020202020204" pitchFamily="34" charset="0"/>
              <a:buChar char="•"/>
            </a:pPr>
            <a:r>
              <a:rPr lang="en-US" sz="2000"/>
              <a:t>Late deliveries have lower median weight</a:t>
            </a:r>
            <a:endParaRPr lang="en-US" sz="2000">
              <a:ea typeface="Calibri" panose="020F0502020204030204"/>
              <a:cs typeface="Calibri" panose="020F0502020204030204"/>
            </a:endParaRPr>
          </a:p>
          <a:p>
            <a:pPr marL="285750" indent="-228600">
              <a:lnSpc>
                <a:spcPct val="150000"/>
              </a:lnSpc>
              <a:buFont typeface="Arial" panose="020B0604020202020204" pitchFamily="34" charset="0"/>
              <a:buChar char="•"/>
            </a:pPr>
            <a:endParaRPr lang="en-US" sz="2000"/>
          </a:p>
          <a:p>
            <a:pPr marL="285750" indent="-228600">
              <a:lnSpc>
                <a:spcPct val="90000"/>
              </a:lnSpc>
              <a:buFont typeface="Arial" panose="020B0604020202020204" pitchFamily="34" charset="0"/>
              <a:buChar char="•"/>
            </a:pPr>
            <a:r>
              <a:rPr lang="en-US" sz="2000"/>
              <a:t>Late deliveries show a wider weight range</a:t>
            </a:r>
          </a:p>
          <a:p>
            <a:pPr marL="285750" indent="-228600">
              <a:lnSpc>
                <a:spcPct val="90000"/>
              </a:lnSpc>
              <a:buFont typeface="Arial" panose="020B0604020202020204" pitchFamily="34" charset="0"/>
              <a:buChar char="•"/>
            </a:pPr>
            <a:endParaRPr lang="en-US" sz="2000"/>
          </a:p>
          <a:p>
            <a:pPr marL="285750" indent="-228600">
              <a:lnSpc>
                <a:spcPct val="90000"/>
              </a:lnSpc>
              <a:buFont typeface="Arial" panose="020B0604020202020204" pitchFamily="34" charset="0"/>
              <a:buChar char="•"/>
            </a:pPr>
            <a:r>
              <a:rPr lang="en-US" sz="2000"/>
              <a:t>On-time deliveries are more consistent in weight</a:t>
            </a:r>
          </a:p>
          <a:p>
            <a:pPr marL="285750" indent="-228600">
              <a:lnSpc>
                <a:spcPct val="90000"/>
              </a:lnSpc>
              <a:buFont typeface="Arial" panose="020B0604020202020204" pitchFamily="34" charset="0"/>
              <a:buChar char="•"/>
            </a:pPr>
            <a:endParaRPr lang="en-US" sz="2000"/>
          </a:p>
          <a:p>
            <a:pPr marL="285750" indent="-228600">
              <a:lnSpc>
                <a:spcPct val="90000"/>
              </a:lnSpc>
              <a:buFont typeface="Arial" panose="020B0604020202020204" pitchFamily="34" charset="0"/>
              <a:buChar char="•"/>
            </a:pPr>
            <a:r>
              <a:rPr lang="en-US" sz="2000"/>
              <a:t>Weight may influence delivery status</a:t>
            </a:r>
          </a:p>
          <a:p>
            <a:pPr indent="-228600">
              <a:lnSpc>
                <a:spcPct val="90000"/>
              </a:lnSpc>
              <a:buFont typeface="Arial" panose="020B0604020202020204" pitchFamily="34" charset="0"/>
              <a:buChar char="•"/>
            </a:pPr>
            <a:endParaRPr lang="en-US" sz="2000">
              <a:ea typeface="Calibri"/>
              <a:cs typeface="Calibri"/>
            </a:endParaRPr>
          </a:p>
          <a:p>
            <a:pPr indent="-228600">
              <a:lnSpc>
                <a:spcPct val="90000"/>
              </a:lnSpc>
              <a:buFont typeface="Arial" panose="020B0604020202020204" pitchFamily="34" charset="0"/>
              <a:buChar char="•"/>
            </a:pPr>
            <a:endParaRPr lang="en-US" sz="2000"/>
          </a:p>
          <a:p>
            <a:pPr marL="22860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3" name="Picture 2" descr="A diagram of weight in gms vs delivery status&#10;&#10;AI-generated content may be incorrect.">
            <a:extLst>
              <a:ext uri="{FF2B5EF4-FFF2-40B4-BE49-F238E27FC236}">
                <a16:creationId xmlns:a16="http://schemas.microsoft.com/office/drawing/2014/main" id="{51638292-D9B4-08B0-39CD-7DA96DE72642}"/>
              </a:ext>
            </a:extLst>
          </p:cNvPr>
          <p:cNvPicPr>
            <a:picLocks noChangeAspect="1"/>
          </p:cNvPicPr>
          <p:nvPr/>
        </p:nvPicPr>
        <p:blipFill>
          <a:blip r:embed="rId2"/>
          <a:stretch>
            <a:fillRect/>
          </a:stretch>
        </p:blipFill>
        <p:spPr>
          <a:xfrm>
            <a:off x="5068736" y="428681"/>
            <a:ext cx="6673069" cy="5361437"/>
          </a:xfrm>
          <a:prstGeom prst="rect">
            <a:avLst/>
          </a:prstGeom>
          <a:ln>
            <a:noFill/>
          </a:ln>
          <a:effectLst>
            <a:softEdge rad="112500"/>
          </a:effectLst>
        </p:spPr>
      </p:pic>
      <p:grpSp>
        <p:nvGrpSpPr>
          <p:cNvPr id="50" name="Group 4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51" name="Rectangle 5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18820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1A3C0-8CAD-71AB-56F8-E0B1BA7A72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65E344-3DCF-F1F3-795C-82381E983298}"/>
              </a:ext>
            </a:extLst>
          </p:cNvPr>
          <p:cNvSpPr>
            <a:spLocks noGrp="1"/>
          </p:cNvSpPr>
          <p:nvPr>
            <p:ph type="title"/>
          </p:nvPr>
        </p:nvSpPr>
        <p:spPr>
          <a:xfrm>
            <a:off x="260610" y="360392"/>
            <a:ext cx="4445158" cy="1373011"/>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a:solidFill>
                  <a:schemeClr val="accent5">
                    <a:lumMod val="49000"/>
                  </a:schemeClr>
                </a:solidFill>
                <a:latin typeface="Segoe UI Semibold"/>
                <a:cs typeface="Segoe UI Semibold"/>
              </a:rPr>
              <a:t>Correlation </a:t>
            </a:r>
            <a:br>
              <a:rPr lang="en-US" sz="3200">
                <a:solidFill>
                  <a:schemeClr val="accent5">
                    <a:lumMod val="49000"/>
                  </a:schemeClr>
                </a:solidFill>
                <a:latin typeface="Segoe UI Semibold"/>
              </a:rPr>
            </a:br>
            <a:r>
              <a:rPr lang="en-US" sz="3200">
                <a:solidFill>
                  <a:schemeClr val="accent5">
                    <a:lumMod val="49000"/>
                  </a:schemeClr>
                </a:solidFill>
                <a:latin typeface="Segoe UI Semibold"/>
                <a:cs typeface="Segoe UI Semibold"/>
              </a:rPr>
              <a:t>(Heatmap)</a:t>
            </a:r>
            <a:endParaRPr lang="en-US"/>
          </a:p>
        </p:txBody>
      </p:sp>
      <p:sp>
        <p:nvSpPr>
          <p:cNvPr id="6" name="TextBox 5">
            <a:extLst>
              <a:ext uri="{FF2B5EF4-FFF2-40B4-BE49-F238E27FC236}">
                <a16:creationId xmlns:a16="http://schemas.microsoft.com/office/drawing/2014/main" id="{322A951C-C0D7-F1BB-68D2-73C37626C667}"/>
              </a:ext>
            </a:extLst>
          </p:cNvPr>
          <p:cNvSpPr txBox="1"/>
          <p:nvPr/>
        </p:nvSpPr>
        <p:spPr>
          <a:xfrm>
            <a:off x="260609" y="1917393"/>
            <a:ext cx="5442243" cy="395042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indent="-228600">
              <a:lnSpc>
                <a:spcPct val="90000"/>
              </a:lnSpc>
              <a:buFont typeface="Arial" panose="020B0604020202020204" pitchFamily="34" charset="0"/>
              <a:buChar char="•"/>
            </a:pPr>
            <a:r>
              <a:rPr lang="en-US" sz="2000"/>
              <a:t>Shows relationships between numerical features</a:t>
            </a:r>
            <a:endParaRPr lang="en-US" sz="2000">
              <a:ea typeface="Calibri"/>
              <a:cs typeface="Calibri"/>
            </a:endParaRPr>
          </a:p>
          <a:p>
            <a:pPr indent="-228600">
              <a:lnSpc>
                <a:spcPct val="90000"/>
              </a:lnSpc>
              <a:buFont typeface="Arial" panose="020B0604020202020204" pitchFamily="34" charset="0"/>
              <a:buChar char="•"/>
            </a:pPr>
            <a:endParaRPr lang="en-US" sz="2000"/>
          </a:p>
          <a:p>
            <a:pPr indent="-228600">
              <a:lnSpc>
                <a:spcPct val="90000"/>
              </a:lnSpc>
              <a:buFont typeface="Arial" panose="020B0604020202020204" pitchFamily="34" charset="0"/>
              <a:buChar char="•"/>
            </a:pPr>
            <a:r>
              <a:rPr lang="en-US" sz="2000"/>
              <a:t>Discount offered is positively related to on-time delivery</a:t>
            </a:r>
            <a:endParaRPr lang="en-US" sz="2000">
              <a:ea typeface="Calibri"/>
              <a:cs typeface="Calibri"/>
            </a:endParaRPr>
          </a:p>
          <a:p>
            <a:pPr indent="-228600">
              <a:lnSpc>
                <a:spcPct val="90000"/>
              </a:lnSpc>
              <a:buFont typeface="Arial" panose="020B0604020202020204" pitchFamily="34" charset="0"/>
              <a:buChar char="•"/>
            </a:pPr>
            <a:endParaRPr lang="en-US" sz="2000"/>
          </a:p>
          <a:p>
            <a:pPr indent="-228600">
              <a:lnSpc>
                <a:spcPct val="150000"/>
              </a:lnSpc>
              <a:buFont typeface="Arial" panose="020B0604020202020204" pitchFamily="34" charset="0"/>
              <a:buChar char="•"/>
            </a:pPr>
            <a:r>
              <a:rPr lang="en-US" sz="2000"/>
              <a:t>Package weight is negatively related to on-time delivery</a:t>
            </a:r>
            <a:endParaRPr lang="en-US" sz="2000">
              <a:ea typeface="Calibri"/>
              <a:cs typeface="Calibri"/>
            </a:endParaRPr>
          </a:p>
          <a:p>
            <a:pPr indent="-228600">
              <a:lnSpc>
                <a:spcPct val="90000"/>
              </a:lnSpc>
              <a:buFont typeface="Arial" panose="020B0604020202020204" pitchFamily="34" charset="0"/>
              <a:buChar char="•"/>
            </a:pPr>
            <a:endParaRPr lang="en-US" sz="2000"/>
          </a:p>
          <a:p>
            <a:pPr indent="-228600">
              <a:lnSpc>
                <a:spcPct val="90000"/>
              </a:lnSpc>
              <a:buFont typeface="Arial" panose="020B0604020202020204" pitchFamily="34" charset="0"/>
              <a:buChar char="•"/>
            </a:pPr>
            <a:r>
              <a:rPr lang="en-US" sz="2000"/>
              <a:t>Customer care calls show a weak negative relationship</a:t>
            </a:r>
            <a:endParaRPr lang="en-US" sz="2000">
              <a:ea typeface="Calibri"/>
              <a:cs typeface="Calibri"/>
            </a:endParaRPr>
          </a:p>
          <a:p>
            <a:pPr indent="-228600">
              <a:lnSpc>
                <a:spcPct val="90000"/>
              </a:lnSpc>
              <a:buFont typeface="Arial" panose="020B0604020202020204" pitchFamily="34" charset="0"/>
              <a:buChar char="•"/>
            </a:pPr>
            <a:endParaRPr lang="en-US" sz="2000"/>
          </a:p>
          <a:p>
            <a:pPr indent="-228600">
              <a:lnSpc>
                <a:spcPct val="90000"/>
              </a:lnSpc>
              <a:buFont typeface="Arial" panose="020B0604020202020204" pitchFamily="34" charset="0"/>
              <a:buChar char="•"/>
            </a:pPr>
            <a:r>
              <a:rPr lang="en-US" sz="2000"/>
              <a:t>Most features have low correlation, no strong single predictor</a:t>
            </a:r>
            <a:endParaRPr lang="en-US" sz="2000">
              <a:ea typeface="Calibri"/>
              <a:cs typeface="Calibri"/>
            </a:endParaRPr>
          </a:p>
          <a:p>
            <a:pPr indent="-228600">
              <a:lnSpc>
                <a:spcPct val="90000"/>
              </a:lnSpc>
              <a:buFont typeface="Arial" panose="020B0604020202020204" pitchFamily="34" charset="0"/>
              <a:buChar char="•"/>
            </a:pPr>
            <a:endParaRPr lang="en-US" sz="2000"/>
          </a:p>
          <a:p>
            <a:pPr indent="-228600">
              <a:lnSpc>
                <a:spcPct val="90000"/>
              </a:lnSpc>
              <a:buFont typeface="Arial" panose="020B0604020202020204" pitchFamily="34" charset="0"/>
              <a:buChar char="•"/>
            </a:pPr>
            <a:endParaRPr lang="en-US" sz="2000" b="1"/>
          </a:p>
          <a:p>
            <a:pPr indent="-228600">
              <a:lnSpc>
                <a:spcPct val="90000"/>
              </a:lnSpc>
              <a:buFont typeface="Arial" panose="020B0604020202020204" pitchFamily="34" charset="0"/>
              <a:buChar char="•"/>
            </a:pPr>
            <a:endParaRPr lang="en-US" sz="2000"/>
          </a:p>
          <a:p>
            <a:pPr marL="22860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pic>
        <p:nvPicPr>
          <p:cNvPr id="2" name="Picture 1">
            <a:extLst>
              <a:ext uri="{FF2B5EF4-FFF2-40B4-BE49-F238E27FC236}">
                <a16:creationId xmlns:a16="http://schemas.microsoft.com/office/drawing/2014/main" id="{90A60198-03EB-3E0F-2B5F-7C480EE001E1}"/>
              </a:ext>
            </a:extLst>
          </p:cNvPr>
          <p:cNvPicPr>
            <a:picLocks noChangeAspect="1"/>
          </p:cNvPicPr>
          <p:nvPr/>
        </p:nvPicPr>
        <p:blipFill>
          <a:blip r:embed="rId2"/>
          <a:srcRect l="7725" r="23075" b="-2"/>
          <a:stretch>
            <a:fillRect/>
          </a:stretch>
        </p:blipFill>
        <p:spPr>
          <a:xfrm>
            <a:off x="5708975" y="472095"/>
            <a:ext cx="6037204" cy="5406214"/>
          </a:xfrm>
          <a:prstGeom prst="rect">
            <a:avLst/>
          </a:prstGeom>
        </p:spPr>
      </p:pic>
      <p:grpSp>
        <p:nvGrpSpPr>
          <p:cNvPr id="74" name="Group 73">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69" name="Rectangle 68">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07365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EE9D0-5285-C6BF-A449-FAA0776AB39E}"/>
              </a:ext>
            </a:extLst>
          </p:cNvPr>
          <p:cNvSpPr>
            <a:spLocks noGrp="1"/>
          </p:cNvSpPr>
          <p:nvPr>
            <p:ph type="title"/>
          </p:nvPr>
        </p:nvSpPr>
        <p:spPr>
          <a:xfrm>
            <a:off x="225803" y="603666"/>
            <a:ext cx="11760991" cy="1107044"/>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4000" kern="1200">
                <a:solidFill>
                  <a:schemeClr val="accent5">
                    <a:lumMod val="49000"/>
                  </a:schemeClr>
                </a:solidFill>
                <a:latin typeface="Segoe UI Semibold"/>
                <a:cs typeface="Segoe UI Semibold"/>
              </a:rPr>
              <a:t>Model Selection</a:t>
            </a:r>
            <a:endParaRPr lang="en-US"/>
          </a:p>
        </p:txBody>
      </p:sp>
      <p:sp>
        <p:nvSpPr>
          <p:cNvPr id="151" name="Content Placeholder 150">
            <a:extLst>
              <a:ext uri="{FF2B5EF4-FFF2-40B4-BE49-F238E27FC236}">
                <a16:creationId xmlns:a16="http://schemas.microsoft.com/office/drawing/2014/main" id="{DB669B6F-354B-A82E-890D-94F59CC22146}"/>
              </a:ext>
            </a:extLst>
          </p:cNvPr>
          <p:cNvSpPr>
            <a:spLocks noGrp="1"/>
          </p:cNvSpPr>
          <p:nvPr>
            <p:ph type="body" orient="vert" idx="1"/>
          </p:nvPr>
        </p:nvSpPr>
        <p:spPr/>
        <p:txBody>
          <a:bodyPr vert="horz" lIns="91440" tIns="45720" rIns="91440" bIns="45720" rtlCol="0" anchor="ctr">
            <a:noAutofit/>
          </a:bodyPr>
          <a:lstStyle/>
          <a:p>
            <a:r>
              <a:rPr lang="en-US" sz="2400">
                <a:solidFill>
                  <a:schemeClr val="tx1"/>
                </a:solidFill>
                <a:latin typeface="+mn-lt"/>
              </a:rPr>
              <a:t>Random Forest achieved one of the highest accuracy scores among all models</a:t>
            </a:r>
            <a:endParaRPr lang="en-US" sz="2400">
              <a:solidFill>
                <a:schemeClr val="tx1"/>
              </a:solidFill>
              <a:latin typeface="+mn-lt"/>
              <a:ea typeface="Calibri"/>
              <a:cs typeface="Calibri"/>
            </a:endParaRPr>
          </a:p>
          <a:p>
            <a:r>
              <a:rPr lang="en-US" sz="2400">
                <a:solidFill>
                  <a:schemeClr val="tx1"/>
                </a:solidFill>
                <a:latin typeface="+mn-lt"/>
              </a:rPr>
              <a:t>It shows very high precision, meaning most predicted late deliveries are correct</a:t>
            </a:r>
            <a:endParaRPr lang="en-US" sz="2400">
              <a:solidFill>
                <a:schemeClr val="tx1"/>
              </a:solidFill>
              <a:latin typeface="+mn-lt"/>
              <a:ea typeface="Calibri"/>
              <a:cs typeface="Calibri"/>
            </a:endParaRPr>
          </a:p>
          <a:p>
            <a:pPr>
              <a:lnSpc>
                <a:spcPct val="150000"/>
              </a:lnSpc>
            </a:pPr>
            <a:r>
              <a:rPr lang="en-US" sz="2400">
                <a:solidFill>
                  <a:schemeClr val="tx1"/>
                </a:solidFill>
                <a:latin typeface="+mn-lt"/>
              </a:rPr>
              <a:t>The model performs well in handling complex relationships between features</a:t>
            </a:r>
            <a:endParaRPr lang="en-US" sz="2400">
              <a:solidFill>
                <a:schemeClr val="tx1"/>
              </a:solidFill>
              <a:latin typeface="+mn-lt"/>
              <a:ea typeface="Calibri"/>
              <a:cs typeface="Calibri"/>
            </a:endParaRPr>
          </a:p>
          <a:p>
            <a:r>
              <a:rPr lang="en-US" sz="2400">
                <a:solidFill>
                  <a:schemeClr val="tx1"/>
                </a:solidFill>
                <a:latin typeface="+mn-lt"/>
              </a:rPr>
              <a:t>Random Forest is less prone to overfitting compared to a single decision tree</a:t>
            </a:r>
            <a:endParaRPr lang="en-US" sz="2400">
              <a:solidFill>
                <a:schemeClr val="tx1"/>
              </a:solidFill>
              <a:latin typeface="+mn-lt"/>
              <a:ea typeface="Calibri"/>
              <a:cs typeface="Calibri"/>
            </a:endParaRPr>
          </a:p>
          <a:p>
            <a:r>
              <a:rPr lang="en-US" sz="2400">
                <a:solidFill>
                  <a:schemeClr val="tx1"/>
                </a:solidFill>
                <a:latin typeface="+mn-lt"/>
              </a:rPr>
              <a:t>Overall, it provides a strong and reliable balance for predicting delivery status</a:t>
            </a:r>
            <a:endParaRPr lang="en-US" sz="2400">
              <a:solidFill>
                <a:schemeClr val="tx1"/>
              </a:solidFill>
              <a:latin typeface="+mn-lt"/>
              <a:ea typeface="Calibri"/>
              <a:cs typeface="Calibri"/>
            </a:endParaRPr>
          </a:p>
          <a:p>
            <a:endParaRPr lang="en-US" sz="2400">
              <a:solidFill>
                <a:schemeClr val="tx1"/>
              </a:solidFill>
              <a:latin typeface="+mn-lt"/>
              <a:ea typeface="Calibri"/>
              <a:cs typeface="Calibri"/>
            </a:endParaRPr>
          </a:p>
        </p:txBody>
      </p:sp>
    </p:spTree>
    <p:extLst>
      <p:ext uri="{BB962C8B-B14F-4D97-AF65-F5344CB8AC3E}">
        <p14:creationId xmlns:p14="http://schemas.microsoft.com/office/powerpoint/2010/main" val="3329780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39F64-F84E-6BD2-0FCC-82CEBD1DE342}"/>
              </a:ext>
            </a:extLst>
          </p:cNvPr>
          <p:cNvSpPr>
            <a:spLocks noGrp="1"/>
          </p:cNvSpPr>
          <p:nvPr>
            <p:ph type="title"/>
          </p:nvPr>
        </p:nvSpPr>
        <p:spPr>
          <a:xfrm>
            <a:off x="211971" y="344179"/>
            <a:ext cx="4879095" cy="1089288"/>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a:solidFill>
                  <a:schemeClr val="accent5">
                    <a:lumMod val="49000"/>
                  </a:schemeClr>
                </a:solidFill>
                <a:latin typeface="Segoe UI Semibold"/>
                <a:cs typeface="Segoe UI Semibold"/>
              </a:rPr>
              <a:t>Evaluation metrics</a:t>
            </a:r>
            <a:endParaRPr lang="en-US" sz="3200">
              <a:solidFill>
                <a:schemeClr val="accent5">
                  <a:lumMod val="49000"/>
                </a:schemeClr>
              </a:solidFill>
              <a:latin typeface="Segoe UI Semibold"/>
              <a:ea typeface="Calibri Light" panose="020F0302020204030204"/>
              <a:cs typeface="Segoe UI Semibold"/>
            </a:endParaRPr>
          </a:p>
        </p:txBody>
      </p:sp>
      <p:sp>
        <p:nvSpPr>
          <p:cNvPr id="74" name="Content Placeholder 73">
            <a:extLst>
              <a:ext uri="{FF2B5EF4-FFF2-40B4-BE49-F238E27FC236}">
                <a16:creationId xmlns:a16="http://schemas.microsoft.com/office/drawing/2014/main" id="{91A2161C-E0FC-C972-D272-45E1A3BD6020}"/>
              </a:ext>
            </a:extLst>
          </p:cNvPr>
          <p:cNvSpPr>
            <a:spLocks noGrp="1"/>
          </p:cNvSpPr>
          <p:nvPr>
            <p:ph idx="1"/>
          </p:nvPr>
        </p:nvSpPr>
        <p:spPr>
          <a:xfrm>
            <a:off x="220076" y="1666094"/>
            <a:ext cx="4862856" cy="4266578"/>
          </a:xfrm>
        </p:spPr>
        <p:txBody>
          <a:bodyPr vert="horz" lIns="91440" tIns="45720" rIns="91440" bIns="45720" rtlCol="0" anchor="t">
            <a:noAutofit/>
          </a:bodyPr>
          <a:lstStyle/>
          <a:p>
            <a:r>
              <a:rPr lang="en-US" sz="2000">
                <a:solidFill>
                  <a:schemeClr val="tx1"/>
                </a:solidFill>
                <a:latin typeface="+mn-lt"/>
              </a:rPr>
              <a:t>Evaluation Metrics</a:t>
            </a:r>
            <a:endParaRPr lang="en-US" sz="2000">
              <a:solidFill>
                <a:schemeClr val="tx1"/>
              </a:solidFill>
              <a:latin typeface="+mn-lt"/>
              <a:ea typeface="Calibri"/>
              <a:cs typeface="Calibri"/>
            </a:endParaRPr>
          </a:p>
          <a:p>
            <a:pPr>
              <a:lnSpc>
                <a:spcPct val="150000"/>
              </a:lnSpc>
            </a:pPr>
            <a:r>
              <a:rPr lang="en-US" sz="2000">
                <a:solidFill>
                  <a:schemeClr val="tx1"/>
                </a:solidFill>
                <a:latin typeface="+mn-lt"/>
              </a:rPr>
              <a:t>Accuracy: Measures overall correctness of the model’s predictions</a:t>
            </a:r>
            <a:endParaRPr lang="en-US" sz="2000">
              <a:solidFill>
                <a:schemeClr val="tx1"/>
              </a:solidFill>
              <a:latin typeface="+mn-lt"/>
              <a:ea typeface="Calibri"/>
              <a:cs typeface="Calibri"/>
            </a:endParaRPr>
          </a:p>
          <a:p>
            <a:r>
              <a:rPr lang="en-US" sz="2000">
                <a:solidFill>
                  <a:schemeClr val="tx1"/>
                </a:solidFill>
                <a:latin typeface="+mn-lt"/>
              </a:rPr>
              <a:t>Precision: Indicates how many predicted late deliveries were actually late</a:t>
            </a:r>
            <a:endParaRPr lang="en-US" sz="2000">
              <a:solidFill>
                <a:schemeClr val="tx1"/>
              </a:solidFill>
              <a:latin typeface="+mn-lt"/>
              <a:ea typeface="Calibri"/>
              <a:cs typeface="Calibri"/>
            </a:endParaRPr>
          </a:p>
          <a:p>
            <a:r>
              <a:rPr lang="en-US" sz="2000">
                <a:solidFill>
                  <a:schemeClr val="tx1"/>
                </a:solidFill>
                <a:latin typeface="+mn-lt"/>
              </a:rPr>
              <a:t>Recall: Measures how well the model identifies all late deliveries</a:t>
            </a:r>
            <a:endParaRPr lang="en-US" sz="2000">
              <a:solidFill>
                <a:schemeClr val="tx1"/>
              </a:solidFill>
              <a:latin typeface="+mn-lt"/>
              <a:ea typeface="Calibri"/>
              <a:cs typeface="Calibri"/>
            </a:endParaRPr>
          </a:p>
          <a:p>
            <a:r>
              <a:rPr lang="en-US" sz="2000">
                <a:solidFill>
                  <a:schemeClr val="tx1"/>
                </a:solidFill>
                <a:latin typeface="+mn-lt"/>
              </a:rPr>
              <a:t>F1 Score: Balances precision and recall into a single performance measure</a:t>
            </a:r>
            <a:endParaRPr lang="en-US" sz="2000">
              <a:solidFill>
                <a:schemeClr val="tx1"/>
              </a:solidFill>
              <a:latin typeface="+mn-lt"/>
              <a:ea typeface="Calibri"/>
              <a:cs typeface="Calibri"/>
            </a:endParaRPr>
          </a:p>
          <a:p>
            <a:r>
              <a:rPr lang="en-US" sz="2000">
                <a:solidFill>
                  <a:schemeClr val="tx1"/>
                </a:solidFill>
                <a:latin typeface="+mn-lt"/>
              </a:rPr>
              <a:t>Multiple metrics are used to get a complete and fair evaluation of each model</a:t>
            </a:r>
            <a:endParaRPr lang="en-US" sz="2000">
              <a:solidFill>
                <a:schemeClr val="tx1"/>
              </a:solidFill>
              <a:latin typeface="+mn-lt"/>
              <a:ea typeface="Calibri"/>
              <a:cs typeface="Calibri"/>
            </a:endParaRPr>
          </a:p>
          <a:p>
            <a:endParaRPr lang="en-US" sz="1400">
              <a:solidFill>
                <a:schemeClr val="tx1"/>
              </a:solidFill>
              <a:latin typeface="+mn-lt"/>
            </a:endParaRPr>
          </a:p>
        </p:txBody>
      </p:sp>
      <p:pic>
        <p:nvPicPr>
          <p:cNvPr id="76" name="Picture 75" descr="Desk with productivity items">
            <a:extLst>
              <a:ext uri="{FF2B5EF4-FFF2-40B4-BE49-F238E27FC236}">
                <a16:creationId xmlns:a16="http://schemas.microsoft.com/office/drawing/2014/main" id="{4882670F-CE63-6EF4-444B-E104714080B6}"/>
              </a:ext>
            </a:extLst>
          </p:cNvPr>
          <p:cNvPicPr>
            <a:picLocks noChangeAspect="1"/>
          </p:cNvPicPr>
          <p:nvPr/>
        </p:nvPicPr>
        <p:blipFill>
          <a:blip r:embed="rId2"/>
          <a:srcRect l="16980" r="658"/>
          <a:stretch>
            <a:fillRect/>
          </a:stretch>
        </p:blipFill>
        <p:spPr>
          <a:xfrm>
            <a:off x="5251370" y="50563"/>
            <a:ext cx="6944096" cy="5683498"/>
          </a:xfrm>
          <a:prstGeom prst="rect">
            <a:avLst/>
          </a:prstGeom>
          <a:ln>
            <a:noFill/>
          </a:ln>
          <a:effectLst>
            <a:softEdge rad="112500"/>
          </a:effectLst>
        </p:spPr>
      </p:pic>
      <p:grpSp>
        <p:nvGrpSpPr>
          <p:cNvPr id="93" name="Group 92">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88" name="Rectangle 87">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90371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6F48D0-7995-EE06-5669-3214F13B8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BA84B-CB05-9900-D6A8-A3E997604720}"/>
              </a:ext>
            </a:extLst>
          </p:cNvPr>
          <p:cNvSpPr>
            <a:spLocks noGrp="1"/>
          </p:cNvSpPr>
          <p:nvPr>
            <p:ph type="title"/>
          </p:nvPr>
        </p:nvSpPr>
        <p:spPr>
          <a:xfrm>
            <a:off x="177043" y="425428"/>
            <a:ext cx="4615032" cy="1105502"/>
          </a:xfrm>
          <a:prstGeom prst="roundRect">
            <a:avLst/>
          </a:prstGeom>
          <a:solidFill>
            <a:schemeClr val="bg2"/>
          </a:solidFill>
          <a:ln>
            <a:solidFill>
              <a:schemeClr val="accent5">
                <a:lumMod val="50000"/>
              </a:schemeClr>
            </a:solidFill>
          </a:ln>
        </p:spPr>
        <p:txBody>
          <a:bodyPr vert="horz" lIns="91440" tIns="45720" rIns="91440" bIns="45720" rtlCol="0" anchor="ctr">
            <a:normAutofit/>
          </a:bodyPr>
          <a:lstStyle/>
          <a:p>
            <a:pPr algn="ctr"/>
            <a:r>
              <a:rPr lang="en-US" sz="3200" kern="1200">
                <a:solidFill>
                  <a:schemeClr val="accent5">
                    <a:lumMod val="49000"/>
                  </a:schemeClr>
                </a:solidFill>
                <a:latin typeface="Segoe UI Semibold"/>
                <a:cs typeface="Segoe UI Semibold"/>
              </a:rPr>
              <a:t>Model Comparison </a:t>
            </a:r>
            <a:endParaRPr lang="en-US"/>
          </a:p>
        </p:txBody>
      </p:sp>
      <p:sp>
        <p:nvSpPr>
          <p:cNvPr id="5" name="TextBox 4">
            <a:extLst>
              <a:ext uri="{FF2B5EF4-FFF2-40B4-BE49-F238E27FC236}">
                <a16:creationId xmlns:a16="http://schemas.microsoft.com/office/drawing/2014/main" id="{8CC23F31-9454-5D0A-A0D4-784FD3FC9D34}"/>
              </a:ext>
            </a:extLst>
          </p:cNvPr>
          <p:cNvSpPr txBox="1"/>
          <p:nvPr/>
        </p:nvSpPr>
        <p:spPr>
          <a:xfrm>
            <a:off x="171439" y="1333732"/>
            <a:ext cx="5036563" cy="464757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indent="-228600">
              <a:lnSpc>
                <a:spcPct val="90000"/>
              </a:lnSpc>
              <a:spcAft>
                <a:spcPts val="600"/>
              </a:spcAft>
              <a:buFont typeface="Arial" panose="020B0604020202020204" pitchFamily="34" charset="0"/>
              <a:buChar char="•"/>
            </a:pPr>
            <a:endParaRPr lang="en-US" sz="1400">
              <a:ea typeface="Calibri"/>
              <a:cs typeface="Calibri"/>
            </a:endParaRPr>
          </a:p>
          <a:p>
            <a:pPr indent="-228600">
              <a:lnSpc>
                <a:spcPct val="200000"/>
              </a:lnSpc>
              <a:buFont typeface="Arial" panose="020B0604020202020204" pitchFamily="34" charset="0"/>
              <a:buChar char="•"/>
            </a:pPr>
            <a:r>
              <a:rPr lang="en-US"/>
              <a:t>Four machine learning models were evaluated using Accuracy, Precision, Recall, and F1-score</a:t>
            </a:r>
            <a:endParaRPr lang="en-US">
              <a:ea typeface="Calibri"/>
              <a:cs typeface="Calibri"/>
            </a:endParaRPr>
          </a:p>
          <a:p>
            <a:pPr indent="-228600">
              <a:lnSpc>
                <a:spcPct val="90000"/>
              </a:lnSpc>
              <a:buFont typeface="Arial" panose="020B0604020202020204" pitchFamily="34" charset="0"/>
              <a:buChar char="•"/>
            </a:pPr>
            <a:r>
              <a:rPr lang="en-US"/>
              <a:t>Random Forest shows the highest accuracy and precision, making it the most reliable model</a:t>
            </a:r>
            <a:endParaRPr lang="en-US">
              <a:ea typeface="Calibri"/>
              <a:cs typeface="Calibri"/>
            </a:endParaRPr>
          </a:p>
          <a:p>
            <a:pPr indent="-228600">
              <a:lnSpc>
                <a:spcPct val="90000"/>
              </a:lnSpc>
              <a:buFont typeface="Arial" panose="020B0604020202020204" pitchFamily="34" charset="0"/>
              <a:buChar char="•"/>
            </a:pPr>
            <a:r>
              <a:rPr lang="en-US"/>
              <a:t>Decision Tree performs well with balanced accuracy and F1-score</a:t>
            </a:r>
            <a:endParaRPr lang="en-US">
              <a:ea typeface="Calibri"/>
              <a:cs typeface="Calibri"/>
            </a:endParaRPr>
          </a:p>
          <a:p>
            <a:pPr indent="-228600">
              <a:lnSpc>
                <a:spcPct val="90000"/>
              </a:lnSpc>
              <a:buFont typeface="Arial" panose="020B0604020202020204" pitchFamily="34" charset="0"/>
              <a:buChar char="•"/>
            </a:pPr>
            <a:r>
              <a:rPr lang="en-US"/>
              <a:t>K-Nearest Neighbors has good recall but slightly lower accuracy</a:t>
            </a:r>
            <a:endParaRPr lang="en-US">
              <a:ea typeface="Calibri"/>
              <a:cs typeface="Calibri"/>
            </a:endParaRPr>
          </a:p>
          <a:p>
            <a:pPr indent="-228600">
              <a:lnSpc>
                <a:spcPct val="90000"/>
              </a:lnSpc>
              <a:buFont typeface="Arial" panose="020B0604020202020204" pitchFamily="34" charset="0"/>
              <a:buChar char="•"/>
            </a:pPr>
            <a:r>
              <a:rPr lang="en-US"/>
              <a:t>Logistic Regression provides a baseline but performs lower than other models</a:t>
            </a:r>
            <a:endParaRPr lang="en-US">
              <a:ea typeface="Calibri"/>
              <a:cs typeface="Calibri"/>
            </a:endParaRPr>
          </a:p>
          <a:p>
            <a:pPr indent="-228600">
              <a:lnSpc>
                <a:spcPct val="90000"/>
              </a:lnSpc>
              <a:buFont typeface="Arial" panose="020B0604020202020204" pitchFamily="34" charset="0"/>
              <a:buChar char="•"/>
            </a:pPr>
            <a:r>
              <a:rPr lang="en-US"/>
              <a:t>Overall, Random Forest performs best and is selected as the final model</a:t>
            </a:r>
            <a:endParaRPr lang="en-US">
              <a:ea typeface="Calibri"/>
              <a:cs typeface="Calibri"/>
            </a:endParaRPr>
          </a:p>
          <a:p>
            <a:pPr indent="-228600">
              <a:lnSpc>
                <a:spcPct val="90000"/>
              </a:lnSpc>
              <a:spcAft>
                <a:spcPts val="600"/>
              </a:spcAft>
              <a:buFont typeface="Arial" panose="020B0604020202020204" pitchFamily="34" charset="0"/>
              <a:buChar char="•"/>
            </a:pPr>
            <a:endParaRPr lang="en-US">
              <a:ea typeface="Calibri"/>
              <a:cs typeface="Calibri"/>
            </a:endParaRPr>
          </a:p>
          <a:p>
            <a:pPr indent="-228600">
              <a:lnSpc>
                <a:spcPct val="90000"/>
              </a:lnSpc>
              <a:spcAft>
                <a:spcPts val="600"/>
              </a:spcAft>
              <a:buFont typeface="Arial" panose="020B0604020202020204" pitchFamily="34" charset="0"/>
              <a:buChar char="•"/>
            </a:pPr>
            <a:endParaRPr lang="en-US">
              <a:ea typeface="Calibri"/>
              <a:cs typeface="Calibri"/>
            </a:endParaRPr>
          </a:p>
        </p:txBody>
      </p:sp>
      <p:pic>
        <p:nvPicPr>
          <p:cNvPr id="6" name="Picture 5" descr="A graph of different colored rectangular bars&#10;&#10;AI-generated content may be incorrect.">
            <a:extLst>
              <a:ext uri="{FF2B5EF4-FFF2-40B4-BE49-F238E27FC236}">
                <a16:creationId xmlns:a16="http://schemas.microsoft.com/office/drawing/2014/main" id="{55FE7A98-0258-8610-AEB2-98B923ABB642}"/>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123000"/>
                    </a14:imgEffect>
                    <a14:imgEffect>
                      <a14:brightnessContrast bright="4000" contrast="-12000"/>
                    </a14:imgEffect>
                  </a14:imgLayer>
                </a14:imgProps>
              </a:ext>
            </a:extLst>
          </a:blip>
          <a:stretch>
            <a:fillRect/>
          </a:stretch>
        </p:blipFill>
        <p:spPr>
          <a:xfrm>
            <a:off x="5320033" y="676028"/>
            <a:ext cx="6600111" cy="5328804"/>
          </a:xfrm>
          <a:prstGeom prst="rect">
            <a:avLst/>
          </a:prstGeom>
          <a:ln>
            <a:noFill/>
          </a:ln>
          <a:effectLst>
            <a:softEdge rad="112500"/>
          </a:effectLst>
        </p:spPr>
      </p:pic>
      <p:grpSp>
        <p:nvGrpSpPr>
          <p:cNvPr id="49" name="Group 48">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47" name="Rectangle 46">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4298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8006B-ECAA-1822-4C7C-1B2F3F845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A6C10-1FA1-DE47-0215-5F4933AE70AD}"/>
              </a:ext>
            </a:extLst>
          </p:cNvPr>
          <p:cNvSpPr>
            <a:spLocks noGrp="1"/>
          </p:cNvSpPr>
          <p:nvPr>
            <p:ph type="title"/>
          </p:nvPr>
        </p:nvSpPr>
        <p:spPr>
          <a:xfrm>
            <a:off x="514126" y="267227"/>
            <a:ext cx="10834234" cy="1019518"/>
          </a:xfrm>
          <a:prstGeom prst="roundRect">
            <a:avLst/>
          </a:prstGeom>
          <a:solidFill>
            <a:schemeClr val="bg2"/>
          </a:solidFill>
          <a:ln>
            <a:solidFill>
              <a:schemeClr val="accent5">
                <a:lumMod val="50000"/>
              </a:schemeClr>
            </a:solidFill>
          </a:ln>
        </p:spPr>
        <p:txBody>
          <a:bodyPr/>
          <a:lstStyle/>
          <a:p>
            <a:pPr algn="ctr"/>
            <a:r>
              <a:rPr lang="en-IN">
                <a:solidFill>
                  <a:schemeClr val="accent5">
                    <a:lumMod val="49000"/>
                  </a:schemeClr>
                </a:solidFill>
                <a:latin typeface="Segoe UI Semibold"/>
                <a:cs typeface="Segoe UI Semibold"/>
              </a:rPr>
              <a:t>Best Model</a:t>
            </a:r>
          </a:p>
        </p:txBody>
      </p:sp>
      <p:sp>
        <p:nvSpPr>
          <p:cNvPr id="3" name="Content Placeholder 2">
            <a:extLst>
              <a:ext uri="{FF2B5EF4-FFF2-40B4-BE49-F238E27FC236}">
                <a16:creationId xmlns:a16="http://schemas.microsoft.com/office/drawing/2014/main" id="{5F1F338D-0322-5074-5DAC-E4859F61160F}"/>
              </a:ext>
            </a:extLst>
          </p:cNvPr>
          <p:cNvSpPr>
            <a:spLocks noGrp="1"/>
          </p:cNvSpPr>
          <p:nvPr>
            <p:ph idx="1"/>
          </p:nvPr>
        </p:nvSpPr>
        <p:spPr>
          <a:xfrm>
            <a:off x="515255" y="1369922"/>
            <a:ext cx="5445992" cy="4482237"/>
          </a:xfrm>
        </p:spPr>
        <p:txBody>
          <a:bodyPr vert="horz" lIns="91440" tIns="45720" rIns="91440" bIns="45720" rtlCol="0" anchor="t">
            <a:noAutofit/>
          </a:bodyPr>
          <a:lstStyle/>
          <a:p>
            <a:pPr>
              <a:lnSpc>
                <a:spcPct val="150000"/>
              </a:lnSpc>
            </a:pPr>
            <a:r>
              <a:rPr lang="en-US">
                <a:latin typeface="Calibri"/>
                <a:ea typeface="Calibri"/>
                <a:cs typeface="Calibri"/>
              </a:rPr>
              <a:t>Best performing model: Random Forest</a:t>
            </a:r>
            <a:endParaRPr lang="en-US">
              <a:ea typeface="Calibri" panose="020F0502020204030204" pitchFamily="34" charset="0"/>
              <a:cs typeface="Calibri" panose="020F0502020204030204" pitchFamily="34" charset="0"/>
            </a:endParaRPr>
          </a:p>
          <a:p>
            <a:pPr>
              <a:lnSpc>
                <a:spcPct val="150000"/>
              </a:lnSpc>
            </a:pPr>
            <a:r>
              <a:rPr lang="en-US">
                <a:latin typeface="Calibri"/>
                <a:ea typeface="Calibri"/>
                <a:cs typeface="Calibri"/>
              </a:rPr>
              <a:t>Achieved highest accuracy among all models</a:t>
            </a:r>
            <a:endParaRPr lang="en-US">
              <a:ea typeface="Calibri" panose="020F0502020204030204" pitchFamily="34" charset="0"/>
              <a:cs typeface="Calibri" panose="020F0502020204030204" pitchFamily="34" charset="0"/>
            </a:endParaRPr>
          </a:p>
          <a:p>
            <a:pPr>
              <a:lnSpc>
                <a:spcPct val="150000"/>
              </a:lnSpc>
            </a:pPr>
            <a:r>
              <a:rPr lang="en-US">
                <a:latin typeface="Calibri"/>
                <a:ea typeface="Calibri"/>
                <a:cs typeface="Calibri"/>
              </a:rPr>
              <a:t>Robust model that handles complex patterns well</a:t>
            </a:r>
            <a:endParaRPr lang="en-US">
              <a:ea typeface="Calibri" panose="020F0502020204030204" pitchFamily="34" charset="0"/>
              <a:cs typeface="Calibri" panose="020F0502020204030204" pitchFamily="34" charset="0"/>
            </a:endParaRPr>
          </a:p>
          <a:p>
            <a:endParaRPr lang="en-US">
              <a:ea typeface="Calibri"/>
              <a:cs typeface="Calibri"/>
            </a:endParaRPr>
          </a:p>
        </p:txBody>
      </p:sp>
      <p:pic>
        <p:nvPicPr>
          <p:cNvPr id="8196" name="Picture 4" descr="Anas Brital | Random Forest Algorithm Explained .">
            <a:extLst>
              <a:ext uri="{FF2B5EF4-FFF2-40B4-BE49-F238E27FC236}">
                <a16:creationId xmlns:a16="http://schemas.microsoft.com/office/drawing/2014/main" id="{52DA1779-6AAB-1B81-7070-C14A401452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1946" y="1392539"/>
            <a:ext cx="6266297" cy="447013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248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erson and person walking together&#10;&#10;AI-generated content may be incorrect.">
            <a:extLst>
              <a:ext uri="{FF2B5EF4-FFF2-40B4-BE49-F238E27FC236}">
                <a16:creationId xmlns:a16="http://schemas.microsoft.com/office/drawing/2014/main" id="{1619259A-0D3B-CC04-B517-3D79235B0A57}"/>
              </a:ext>
            </a:extLst>
          </p:cNvPr>
          <p:cNvPicPr>
            <a:picLocks noChangeAspect="1"/>
          </p:cNvPicPr>
          <p:nvPr/>
        </p:nvPicPr>
        <p:blipFill>
          <a:blip r:embed="rId2"/>
          <a:srcRect t="13043"/>
          <a:stretch>
            <a:fillRect/>
          </a:stretch>
        </p:blipFill>
        <p:spPr>
          <a:xfrm>
            <a:off x="163992" y="82860"/>
            <a:ext cx="12029985" cy="3345816"/>
          </a:xfrm>
          <a:prstGeom prst="ellipse">
            <a:avLst/>
          </a:prstGeom>
          <a:ln>
            <a:noFill/>
          </a:ln>
          <a:effectLst>
            <a:softEdge rad="112500"/>
          </a:effectLst>
        </p:spPr>
      </p:pic>
      <p:sp>
        <p:nvSpPr>
          <p:cNvPr id="41" name="Content Placeholder 14">
            <a:extLst>
              <a:ext uri="{FF2B5EF4-FFF2-40B4-BE49-F238E27FC236}">
                <a16:creationId xmlns:a16="http://schemas.microsoft.com/office/drawing/2014/main" id="{383F22F1-A2A4-BD9E-D369-6C07C2D966CA}"/>
              </a:ext>
            </a:extLst>
          </p:cNvPr>
          <p:cNvSpPr>
            <a:spLocks noGrp="1"/>
          </p:cNvSpPr>
          <p:nvPr>
            <p:ph idx="1"/>
          </p:nvPr>
        </p:nvSpPr>
        <p:spPr>
          <a:xfrm>
            <a:off x="317808" y="3064831"/>
            <a:ext cx="11583936" cy="3140706"/>
          </a:xfrm>
        </p:spPr>
        <p:txBody>
          <a:bodyPr vert="horz" lIns="91440" tIns="45720" rIns="91440" bIns="45720" rtlCol="0" anchor="ctr">
            <a:noAutofit/>
          </a:bodyPr>
          <a:lstStyle/>
          <a:p>
            <a:pPr marL="0"/>
            <a:endParaRPr lang="en-US" sz="1800" b="1">
              <a:solidFill>
                <a:schemeClr val="tx1"/>
              </a:solidFill>
              <a:latin typeface="+mn-lt"/>
              <a:ea typeface="Calibri"/>
              <a:cs typeface="Calibri"/>
            </a:endParaRPr>
          </a:p>
          <a:p>
            <a:r>
              <a:rPr lang="en-US" sz="1800">
                <a:solidFill>
                  <a:schemeClr val="tx1"/>
                </a:solidFill>
                <a:latin typeface="+mn-lt"/>
              </a:rPr>
              <a:t>This project successfully applied machine learning techniques to predict on-time vs late deliveries in e-commerce.</a:t>
            </a:r>
            <a:endParaRPr lang="en-US" sz="1800">
              <a:solidFill>
                <a:schemeClr val="tx1"/>
              </a:solidFill>
              <a:latin typeface="+mn-lt"/>
              <a:ea typeface="Calibri"/>
              <a:cs typeface="Calibri"/>
            </a:endParaRPr>
          </a:p>
          <a:p>
            <a:pPr>
              <a:lnSpc>
                <a:spcPct val="150000"/>
              </a:lnSpc>
            </a:pPr>
            <a:r>
              <a:rPr lang="en-US" sz="1800">
                <a:solidFill>
                  <a:schemeClr val="tx1"/>
                </a:solidFill>
                <a:latin typeface="+mn-lt"/>
              </a:rPr>
              <a:t>Through data analysis, key factors such as product weight, discounts, shipment mode, and warehouse block were identified as influential in delivery performance.</a:t>
            </a:r>
            <a:endParaRPr lang="en-US" sz="1800">
              <a:solidFill>
                <a:schemeClr val="tx1"/>
              </a:solidFill>
              <a:latin typeface="+mn-lt"/>
              <a:ea typeface="Calibri"/>
              <a:cs typeface="Calibri"/>
            </a:endParaRPr>
          </a:p>
          <a:p>
            <a:r>
              <a:rPr lang="en-US" sz="1800">
                <a:solidFill>
                  <a:schemeClr val="tx1"/>
                </a:solidFill>
                <a:latin typeface="+mn-lt"/>
              </a:rPr>
              <a:t>Multiple models were evaluated using accuracy, precision, recall, and F1-score, and Random Forest was selected as the best-performing model.</a:t>
            </a:r>
            <a:endParaRPr lang="en-US" sz="1800">
              <a:solidFill>
                <a:schemeClr val="tx1"/>
              </a:solidFill>
              <a:latin typeface="+mn-lt"/>
              <a:ea typeface="Calibri"/>
              <a:cs typeface="Calibri"/>
            </a:endParaRPr>
          </a:p>
          <a:p>
            <a:r>
              <a:rPr lang="en-US" sz="1800">
                <a:solidFill>
                  <a:schemeClr val="tx1"/>
                </a:solidFill>
                <a:latin typeface="+mn-lt"/>
              </a:rPr>
              <a:t>The results demonstrate how predictive analytics can support better logistics planning and business decision-making.</a:t>
            </a:r>
            <a:endParaRPr lang="en-US" sz="1800">
              <a:solidFill>
                <a:schemeClr val="tx1"/>
              </a:solidFill>
              <a:latin typeface="+mn-lt"/>
              <a:ea typeface="Calibri"/>
              <a:cs typeface="Calibri"/>
            </a:endParaRPr>
          </a:p>
          <a:p>
            <a:r>
              <a:rPr lang="en-US" sz="1800">
                <a:solidFill>
                  <a:schemeClr val="tx1"/>
                </a:solidFill>
                <a:latin typeface="+mn-lt"/>
              </a:rPr>
              <a:t>Overall, the project highlights the value of data-driven approaches in improving delivery reliability and customer satisfaction.</a:t>
            </a:r>
            <a:endParaRPr lang="en-US" sz="1800" b="1">
              <a:solidFill>
                <a:schemeClr val="tx1"/>
              </a:solidFill>
              <a:latin typeface="+mn-lt"/>
              <a:ea typeface="Calibri"/>
              <a:cs typeface="Calibri"/>
            </a:endParaRPr>
          </a:p>
          <a:p>
            <a:endParaRPr lang="en-US" sz="1100">
              <a:solidFill>
                <a:schemeClr val="tx1"/>
              </a:solidFill>
              <a:latin typeface="+mn-lt"/>
            </a:endParaRPr>
          </a:p>
        </p:txBody>
      </p:sp>
    </p:spTree>
    <p:extLst>
      <p:ext uri="{BB962C8B-B14F-4D97-AF65-F5344CB8AC3E}">
        <p14:creationId xmlns:p14="http://schemas.microsoft.com/office/powerpoint/2010/main" val="2375247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a:latin typeface="Calibri" panose="020F0502020204030204" pitchFamily="34" charset="0"/>
              </a:rPr>
              <a:t>Thank You!</a:t>
            </a:r>
            <a:endParaRPr lang="en-IN" sz="6600" b="1">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830B87-EDA0-4EBF-8395-7A7D787091A6}">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18</Slides>
  <Notes>2</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BIA Template</vt:lpstr>
      <vt:lpstr>PowerPoint Presentation</vt:lpstr>
      <vt:lpstr>Introduction</vt:lpstr>
      <vt:lpstr>Problem Statement</vt:lpstr>
      <vt:lpstr>Project Objectives</vt:lpstr>
      <vt:lpstr> Dataset Overview </vt:lpstr>
      <vt:lpstr>Data   Understanding</vt:lpstr>
      <vt:lpstr>PowerPoint Presentation</vt:lpstr>
      <vt:lpstr>Exploratory Data Analysis (Univariate)</vt:lpstr>
      <vt:lpstr>PowerPoint Presentation</vt:lpstr>
      <vt:lpstr>Exploratory Data Analysis (Bivariate)</vt:lpstr>
      <vt:lpstr>Exploratory Data Analysis (Bivariate)</vt:lpstr>
      <vt:lpstr>Correlation  (Heatmap)</vt:lpstr>
      <vt:lpstr>Model Selection</vt:lpstr>
      <vt:lpstr>Evaluation metrics</vt:lpstr>
      <vt:lpstr>Model Comparison </vt:lpstr>
      <vt:lpstr>Best Model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revision>1</cp:revision>
  <dcterms:created xsi:type="dcterms:W3CDTF">2020-12-23T13:36:00Z</dcterms:created>
  <dcterms:modified xsi:type="dcterms:W3CDTF">2026-01-30T15:55:20Z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